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42" r:id="rId1"/>
  </p:sldMasterIdLst>
  <p:sldIdLst>
    <p:sldId id="256" r:id="rId2"/>
    <p:sldId id="318" r:id="rId3"/>
    <p:sldId id="290" r:id="rId4"/>
    <p:sldId id="315" r:id="rId5"/>
    <p:sldId id="316" r:id="rId6"/>
    <p:sldId id="317" r:id="rId7"/>
    <p:sldId id="291" r:id="rId8"/>
    <p:sldId id="292" r:id="rId9"/>
    <p:sldId id="293" r:id="rId10"/>
    <p:sldId id="294" r:id="rId11"/>
    <p:sldId id="295" r:id="rId12"/>
    <p:sldId id="296" r:id="rId13"/>
    <p:sldId id="297" r:id="rId14"/>
    <p:sldId id="298" r:id="rId15"/>
    <p:sldId id="299" r:id="rId16"/>
    <p:sldId id="300" r:id="rId17"/>
    <p:sldId id="301" r:id="rId18"/>
    <p:sldId id="302" r:id="rId19"/>
    <p:sldId id="303" r:id="rId20"/>
    <p:sldId id="304" r:id="rId21"/>
    <p:sldId id="305" r:id="rId22"/>
    <p:sldId id="306" r:id="rId23"/>
    <p:sldId id="307" r:id="rId24"/>
    <p:sldId id="308" r:id="rId25"/>
    <p:sldId id="309" r:id="rId26"/>
    <p:sldId id="310" r:id="rId27"/>
    <p:sldId id="311" r:id="rId28"/>
    <p:sldId id="312" r:id="rId29"/>
    <p:sldId id="313" r:id="rId30"/>
    <p:sldId id="314" r:id="rId31"/>
  </p:sldIdLst>
  <p:sldSz cx="18288000" cy="10287000"/>
  <p:notesSz cx="18288000" cy="10287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2" d="100"/>
          <a:sy n="52"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25401" y="0"/>
            <a:ext cx="18346740" cy="10284321"/>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4038598" y="2806697"/>
            <a:ext cx="10223504" cy="2273300"/>
          </a:xfrm>
        </p:spPr>
        <p:txBody>
          <a:bodyPr anchor="b">
            <a:noAutofit/>
          </a:bodyPr>
          <a:lstStyle>
            <a:lvl1pPr algn="ctr">
              <a:defRPr sz="8100">
                <a:effectLst/>
              </a:defRPr>
            </a:lvl1pPr>
          </a:lstStyle>
          <a:p>
            <a:r>
              <a:rPr lang="en-US"/>
              <a:t>Click to edit Master title style</a:t>
            </a:r>
            <a:endParaRPr lang="en-US" dirty="0"/>
          </a:p>
        </p:txBody>
      </p:sp>
      <p:sp>
        <p:nvSpPr>
          <p:cNvPr id="3" name="Subtitle 2"/>
          <p:cNvSpPr>
            <a:spLocks noGrp="1"/>
          </p:cNvSpPr>
          <p:nvPr>
            <p:ph type="subTitle" idx="1"/>
          </p:nvPr>
        </p:nvSpPr>
        <p:spPr>
          <a:xfrm>
            <a:off x="4038598" y="5486396"/>
            <a:ext cx="10223504" cy="1981203"/>
          </a:xfrm>
        </p:spPr>
        <p:txBody>
          <a:bodyPr anchor="t">
            <a:normAutofit/>
          </a:bodyPr>
          <a:lstStyle>
            <a:lvl1pPr marL="0" indent="0" algn="ctr">
              <a:buNone/>
              <a:defRPr sz="3150">
                <a:solidFill>
                  <a:schemeClr val="tx1"/>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11974849" y="7556495"/>
            <a:ext cx="1346201" cy="419100"/>
          </a:xfrm>
        </p:spPr>
        <p:txBody>
          <a:bodyPr/>
          <a:lstStyle/>
          <a:p>
            <a:fld id="{1D8BD707-D9CF-40AE-B4C6-C98DA3205C09}" type="datetimeFigureOut">
              <a:rPr lang="en-US" smtClean="0"/>
              <a:t>2/9/2026</a:t>
            </a:fld>
            <a:endParaRPr lang="en-US"/>
          </a:p>
        </p:txBody>
      </p:sp>
      <p:sp>
        <p:nvSpPr>
          <p:cNvPr id="5" name="Footer Placeholder 4"/>
          <p:cNvSpPr>
            <a:spLocks noGrp="1"/>
          </p:cNvSpPr>
          <p:nvPr>
            <p:ph type="ftr" sz="quarter" idx="11"/>
          </p:nvPr>
        </p:nvSpPr>
        <p:spPr>
          <a:xfrm>
            <a:off x="4038596" y="7556495"/>
            <a:ext cx="7821953" cy="419100"/>
          </a:xfrm>
        </p:spPr>
        <p:txBody>
          <a:bodyPr/>
          <a:lstStyle/>
          <a:p>
            <a:endParaRPr lang="en-IN"/>
          </a:p>
        </p:txBody>
      </p:sp>
      <p:sp>
        <p:nvSpPr>
          <p:cNvPr id="6" name="Slide Number Placeholder 5"/>
          <p:cNvSpPr>
            <a:spLocks noGrp="1"/>
          </p:cNvSpPr>
          <p:nvPr>
            <p:ph type="sldNum" sz="quarter" idx="12"/>
          </p:nvPr>
        </p:nvSpPr>
        <p:spPr>
          <a:xfrm>
            <a:off x="13435351" y="7556495"/>
            <a:ext cx="826751" cy="419100"/>
          </a:xfrm>
        </p:spPr>
        <p:txBody>
          <a:bodyPr/>
          <a:lstStyle/>
          <a:p>
            <a:fld id="{B6F15528-21DE-4FAA-801E-634DDDAF4B2B}" type="slidenum">
              <a:rPr lang="en-IN" smtClean="0"/>
              <a:t>‹#›</a:t>
            </a:fld>
            <a:endParaRPr lang="en-IN"/>
          </a:p>
        </p:txBody>
      </p:sp>
      <p:cxnSp>
        <p:nvCxnSpPr>
          <p:cNvPr id="15" name="Straight Connector 14"/>
          <p:cNvCxnSpPr/>
          <p:nvPr/>
        </p:nvCxnSpPr>
        <p:spPr>
          <a:xfrm>
            <a:off x="4038599" y="5283197"/>
            <a:ext cx="10223502"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545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2094254" y="36321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310050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022604" y="2628909"/>
            <a:ext cx="12238032" cy="2733771"/>
          </a:xfrm>
        </p:spPr>
        <p:txBody>
          <a:bodyPr anchor="b">
            <a:normAutofit/>
          </a:bodyPr>
          <a:lstStyle>
            <a:lvl1pPr algn="ctr">
              <a:defRPr sz="6600" b="0" cap="none"/>
            </a:lvl1pPr>
          </a:lstStyle>
          <a:p>
            <a:r>
              <a:rPr lang="en-US"/>
              <a:t>Click to edit Master title style</a:t>
            </a:r>
            <a:endParaRPr lang="en-US" dirty="0"/>
          </a:p>
        </p:txBody>
      </p:sp>
      <p:sp>
        <p:nvSpPr>
          <p:cNvPr id="3" name="Text Placeholder 2"/>
          <p:cNvSpPr>
            <a:spLocks noGrp="1"/>
          </p:cNvSpPr>
          <p:nvPr>
            <p:ph type="body" idx="1"/>
          </p:nvPr>
        </p:nvSpPr>
        <p:spPr>
          <a:xfrm>
            <a:off x="3022601" y="5769077"/>
            <a:ext cx="12238035" cy="1431821"/>
          </a:xfrm>
        </p:spPr>
        <p:txBody>
          <a:bodyPr anchor="t">
            <a:normAutofit/>
          </a:bodyPr>
          <a:lstStyle>
            <a:lvl1pPr marL="0" indent="0" algn="ctr">
              <a:buNone/>
              <a:defRPr sz="36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6" name="Straight Connector 15"/>
          <p:cNvCxnSpPr/>
          <p:nvPr/>
        </p:nvCxnSpPr>
        <p:spPr>
          <a:xfrm>
            <a:off x="3019085" y="5565878"/>
            <a:ext cx="1224507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039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2094254" y="36321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7672" y="3840480"/>
            <a:ext cx="7077456" cy="496519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272016" y="3840480"/>
            <a:ext cx="7077456" cy="496519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1540515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943100" y="3987800"/>
            <a:ext cx="7077456" cy="864393"/>
          </a:xfrm>
        </p:spPr>
        <p:txBody>
          <a:bodyPr anchor="b">
            <a:noAutofit/>
          </a:bodyPr>
          <a:lstStyle>
            <a:lvl1pPr marL="0" indent="0">
              <a:spcBef>
                <a:spcPts val="1008"/>
              </a:spcBef>
              <a:spcAft>
                <a:spcPts val="900"/>
              </a:spcAft>
              <a:buNone/>
              <a:defRPr sz="42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943100" y="4864894"/>
            <a:ext cx="7077456" cy="394890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271005" y="3987800"/>
            <a:ext cx="7077456" cy="864393"/>
          </a:xfrm>
        </p:spPr>
        <p:txBody>
          <a:bodyPr anchor="b">
            <a:noAutofit/>
          </a:bodyPr>
          <a:lstStyle>
            <a:lvl1pPr marL="0" indent="0">
              <a:spcBef>
                <a:spcPts val="1008"/>
              </a:spcBef>
              <a:spcAft>
                <a:spcPts val="900"/>
              </a:spcAft>
              <a:buNone/>
              <a:defRPr sz="42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71005" y="4864894"/>
            <a:ext cx="7077456" cy="394890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2/9/2026</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cxnSp>
        <p:nvCxnSpPr>
          <p:cNvPr id="18" name="Straight Connector 17"/>
          <p:cNvCxnSpPr/>
          <p:nvPr/>
        </p:nvCxnSpPr>
        <p:spPr>
          <a:xfrm>
            <a:off x="2094254" y="36321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1566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2/9/2026</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cxnSp>
        <p:nvCxnSpPr>
          <p:cNvPr id="14" name="Straight Connector 13"/>
          <p:cNvCxnSpPr/>
          <p:nvPr/>
        </p:nvCxnSpPr>
        <p:spPr>
          <a:xfrm>
            <a:off x="2094254" y="36321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8515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2/9/2026</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649443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0717" y="2082801"/>
            <a:ext cx="5577683" cy="2057400"/>
          </a:xfrm>
        </p:spPr>
        <p:txBody>
          <a:bodyPr anchor="b">
            <a:normAutofit/>
          </a:bodyPr>
          <a:lstStyle>
            <a:lvl1pPr algn="ctr">
              <a:defRPr sz="3600" b="0"/>
            </a:lvl1pPr>
          </a:lstStyle>
          <a:p>
            <a:r>
              <a:rPr lang="en-US"/>
              <a:t>Click to edit Master title style</a:t>
            </a:r>
            <a:endParaRPr lang="en-US" dirty="0"/>
          </a:p>
        </p:txBody>
      </p:sp>
      <p:sp>
        <p:nvSpPr>
          <p:cNvPr id="3" name="Content Placeholder 2"/>
          <p:cNvSpPr>
            <a:spLocks noGrp="1"/>
          </p:cNvSpPr>
          <p:nvPr>
            <p:ph idx="1"/>
          </p:nvPr>
        </p:nvSpPr>
        <p:spPr>
          <a:xfrm>
            <a:off x="8128002" y="1473197"/>
            <a:ext cx="8204199" cy="734060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0717" y="4546598"/>
            <a:ext cx="5577683" cy="3657606"/>
          </a:xfrm>
        </p:spPr>
        <p:txBody>
          <a:bodyPr anchor="t">
            <a:normAutofit/>
          </a:bodyPr>
          <a:lstStyle>
            <a:lvl1pPr marL="0" indent="0" algn="ctr">
              <a:buNone/>
              <a:defRPr sz="24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cxnSp>
        <p:nvCxnSpPr>
          <p:cNvPr id="16" name="Straight Connector 15"/>
          <p:cNvCxnSpPr/>
          <p:nvPr/>
        </p:nvCxnSpPr>
        <p:spPr>
          <a:xfrm>
            <a:off x="2094254" y="4368800"/>
            <a:ext cx="52717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9859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3099" y="2825748"/>
            <a:ext cx="9362724" cy="2057400"/>
          </a:xfrm>
        </p:spPr>
        <p:txBody>
          <a:bodyPr anchor="b">
            <a:normAutofit/>
          </a:bodyPr>
          <a:lstStyle>
            <a:lvl1pPr algn="ctr">
              <a:defRPr sz="42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12142247" y="1562100"/>
            <a:ext cx="4595021" cy="71628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943099" y="4883148"/>
            <a:ext cx="9362724" cy="2743200"/>
          </a:xfrm>
        </p:spPr>
        <p:txBody>
          <a:bodyPr anchor="t">
            <a:normAutofit/>
          </a:bodyPr>
          <a:lstStyle>
            <a:lvl1pPr marL="0" indent="0" algn="ctr">
              <a:buNone/>
              <a:defRPr sz="27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261415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3102" y="7223122"/>
            <a:ext cx="14414499" cy="850107"/>
          </a:xfrm>
        </p:spPr>
        <p:txBody>
          <a:bodyPr anchor="b">
            <a:normAutofit/>
          </a:bodyPr>
          <a:lstStyle>
            <a:lvl1pPr algn="ctr">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562141" y="1562099"/>
            <a:ext cx="15158958" cy="5003804"/>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943102" y="8073230"/>
            <a:ext cx="14414499" cy="740568"/>
          </a:xfrm>
        </p:spPr>
        <p:txBody>
          <a:bodyPr>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613152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55802" y="1473198"/>
            <a:ext cx="14389098" cy="4432302"/>
          </a:xfrm>
        </p:spPr>
        <p:txBody>
          <a:bodyPr anchor="ctr">
            <a:normAutofit/>
          </a:bodyPr>
          <a:lstStyle>
            <a:lvl1pPr algn="ctr">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55802" y="6515099"/>
            <a:ext cx="14389098" cy="2298701"/>
          </a:xfrm>
        </p:spPr>
        <p:txBody>
          <a:bodyPr anchor="ctr">
            <a:normAutofit/>
          </a:bodyPr>
          <a:lstStyle>
            <a:lvl1pPr marL="0" indent="0" algn="ct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5" name="Straight Connector 14"/>
          <p:cNvCxnSpPr/>
          <p:nvPr/>
        </p:nvCxnSpPr>
        <p:spPr>
          <a:xfrm>
            <a:off x="2094254" y="62102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484300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69320" y="1473198"/>
            <a:ext cx="13944597" cy="3556002"/>
          </a:xfrm>
        </p:spPr>
        <p:txBody>
          <a:bodyPr anchor="ctr">
            <a:normAutofit/>
          </a:bodyPr>
          <a:lstStyle>
            <a:lvl1pPr algn="ctr">
              <a:defRPr sz="48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512218" y="5029200"/>
            <a:ext cx="13258803" cy="876300"/>
          </a:xfrm>
        </p:spPr>
        <p:txBody>
          <a:bodyPr anchor="ctr">
            <a:normAutofit/>
          </a:bodyPr>
          <a:lstStyle>
            <a:lvl1pPr marL="0" indent="0" algn="r">
              <a:buFontTx/>
              <a:buNone/>
              <a:defRPr sz="3000"/>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3102" y="6515099"/>
            <a:ext cx="14414499" cy="2298701"/>
          </a:xfrm>
        </p:spPr>
        <p:txBody>
          <a:bodyPr anchor="ctr">
            <a:normAutofit/>
          </a:bodyPr>
          <a:lstStyle>
            <a:lvl1pPr marL="0" indent="0" algn="ct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14" name="TextBox 13"/>
          <p:cNvSpPr txBox="1"/>
          <p:nvPr/>
        </p:nvSpPr>
        <p:spPr>
          <a:xfrm>
            <a:off x="1293020" y="1319942"/>
            <a:ext cx="914400" cy="877164"/>
          </a:xfrm>
          <a:prstGeom prst="rect">
            <a:avLst/>
          </a:prstGeom>
        </p:spPr>
        <p:txBody>
          <a:bodyPr vert="horz" lIns="137160" tIns="68580" rIns="137160" bIns="68580" rtlCol="0" anchor="ctr">
            <a:noAutofit/>
          </a:bodyPr>
          <a:lstStyle/>
          <a:p>
            <a:pPr lvl="0"/>
            <a:r>
              <a:rPr lang="en-US" sz="12000" dirty="0">
                <a:solidFill>
                  <a:schemeClr val="tx1"/>
                </a:solidFill>
                <a:effectLst/>
              </a:rPr>
              <a:t>“</a:t>
            </a:r>
          </a:p>
        </p:txBody>
      </p:sp>
      <p:sp>
        <p:nvSpPr>
          <p:cNvPr id="15" name="TextBox 14"/>
          <p:cNvSpPr txBox="1"/>
          <p:nvPr/>
        </p:nvSpPr>
        <p:spPr>
          <a:xfrm>
            <a:off x="15900401" y="4241805"/>
            <a:ext cx="914400" cy="877164"/>
          </a:xfrm>
          <a:prstGeom prst="rect">
            <a:avLst/>
          </a:prstGeom>
        </p:spPr>
        <p:txBody>
          <a:bodyPr vert="horz" lIns="137160" tIns="68580" rIns="137160" bIns="68580" rtlCol="0" anchor="ctr">
            <a:noAutofit/>
          </a:bodyPr>
          <a:lstStyle/>
          <a:p>
            <a:pPr lvl="0" algn="r"/>
            <a:r>
              <a:rPr lang="en-US" sz="12000" dirty="0">
                <a:solidFill>
                  <a:schemeClr val="tx1"/>
                </a:solidFill>
                <a:effectLst/>
              </a:rPr>
              <a:t>”</a:t>
            </a:r>
          </a:p>
        </p:txBody>
      </p:sp>
      <p:cxnSp>
        <p:nvCxnSpPr>
          <p:cNvPr id="19" name="Straight Connector 18"/>
          <p:cNvCxnSpPr/>
          <p:nvPr/>
        </p:nvCxnSpPr>
        <p:spPr>
          <a:xfrm>
            <a:off x="2094254" y="62102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25521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3103" y="4962872"/>
            <a:ext cx="14414502" cy="2203200"/>
          </a:xfrm>
        </p:spPr>
        <p:txBody>
          <a:bodyPr anchor="b">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3102" y="7166072"/>
            <a:ext cx="14414502" cy="1290600"/>
          </a:xfrm>
        </p:spPr>
        <p:txBody>
          <a:bodyPr anchor="t">
            <a:normAutofit/>
          </a:bodyPr>
          <a:lstStyle>
            <a:lvl1pPr marL="0" indent="0" algn="l">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5743475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2169320" y="1473198"/>
            <a:ext cx="13944597" cy="3365502"/>
          </a:xfrm>
        </p:spPr>
        <p:txBody>
          <a:bodyPr anchor="ctr">
            <a:normAutofit/>
          </a:bodyPr>
          <a:lstStyle>
            <a:lvl1pPr algn="ctr">
              <a:defRPr sz="48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943102" y="5458968"/>
            <a:ext cx="14414502" cy="1330452"/>
          </a:xfrm>
        </p:spPr>
        <p:txBody>
          <a:bodyPr anchor="b">
            <a:normAutofit/>
          </a:bodyPr>
          <a:lstStyle>
            <a:lvl1pPr marL="0" indent="0" algn="l">
              <a:spcBef>
                <a:spcPts val="0"/>
              </a:spcBef>
              <a:buNone/>
              <a:defRPr sz="36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943102" y="6794500"/>
            <a:ext cx="14414502" cy="2019300"/>
          </a:xfrm>
        </p:spPr>
        <p:txBody>
          <a:bodyPr anchor="t">
            <a:normAutofit/>
          </a:bodyPr>
          <a:lstStyle>
            <a:lvl1pPr marL="0" indent="0" algn="l">
              <a:buNone/>
              <a:defRPr sz="27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12" name="TextBox 11"/>
          <p:cNvSpPr txBox="1"/>
          <p:nvPr/>
        </p:nvSpPr>
        <p:spPr>
          <a:xfrm>
            <a:off x="1293020" y="1319942"/>
            <a:ext cx="914400" cy="877164"/>
          </a:xfrm>
          <a:prstGeom prst="rect">
            <a:avLst/>
          </a:prstGeom>
        </p:spPr>
        <p:txBody>
          <a:bodyPr vert="horz" lIns="137160" tIns="68580" rIns="137160" bIns="68580" rtlCol="0" anchor="ctr">
            <a:noAutofit/>
          </a:bodyPr>
          <a:lstStyle/>
          <a:p>
            <a:pPr lvl="0"/>
            <a:r>
              <a:rPr lang="en-US" sz="12000" dirty="0">
                <a:solidFill>
                  <a:schemeClr val="tx1"/>
                </a:solidFill>
                <a:effectLst/>
              </a:rPr>
              <a:t>“</a:t>
            </a:r>
          </a:p>
        </p:txBody>
      </p:sp>
      <p:sp>
        <p:nvSpPr>
          <p:cNvPr id="13" name="TextBox 12"/>
          <p:cNvSpPr txBox="1"/>
          <p:nvPr/>
        </p:nvSpPr>
        <p:spPr>
          <a:xfrm>
            <a:off x="15900401" y="3898892"/>
            <a:ext cx="914400" cy="877164"/>
          </a:xfrm>
          <a:prstGeom prst="rect">
            <a:avLst/>
          </a:prstGeom>
        </p:spPr>
        <p:txBody>
          <a:bodyPr vert="horz" lIns="137160" tIns="68580" rIns="137160" bIns="68580" rtlCol="0" anchor="ctr">
            <a:noAutofit/>
          </a:bodyPr>
          <a:lstStyle/>
          <a:p>
            <a:pPr lvl="0" algn="r"/>
            <a:r>
              <a:rPr lang="en-US" sz="12000" dirty="0">
                <a:solidFill>
                  <a:schemeClr val="tx1"/>
                </a:solidFill>
                <a:effectLst/>
              </a:rPr>
              <a:t>”</a:t>
            </a:r>
          </a:p>
        </p:txBody>
      </p:sp>
      <p:cxnSp>
        <p:nvCxnSpPr>
          <p:cNvPr id="26" name="Straight Connector 25"/>
          <p:cNvCxnSpPr/>
          <p:nvPr/>
        </p:nvCxnSpPr>
        <p:spPr>
          <a:xfrm>
            <a:off x="2094254" y="5143500"/>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92647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3102" y="1473198"/>
            <a:ext cx="14414499" cy="3365502"/>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943102" y="5445252"/>
            <a:ext cx="14414502" cy="1261872"/>
          </a:xfrm>
        </p:spPr>
        <p:txBody>
          <a:bodyPr anchor="b">
            <a:normAutofit/>
          </a:bodyPr>
          <a:lstStyle>
            <a:lvl1pPr marL="0" indent="0" algn="l">
              <a:spcBef>
                <a:spcPts val="0"/>
              </a:spcBef>
              <a:buNone/>
              <a:defRPr sz="42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943100" y="6705599"/>
            <a:ext cx="14414505" cy="2108201"/>
          </a:xfrm>
        </p:spPr>
        <p:txBody>
          <a:bodyPr anchor="t">
            <a:normAutofit/>
          </a:bodyPr>
          <a:lstStyle>
            <a:lvl1pPr marL="0" indent="0" algn="l">
              <a:buNone/>
              <a:defRPr sz="27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5" name="Straight Connector 14"/>
          <p:cNvCxnSpPr/>
          <p:nvPr/>
        </p:nvCxnSpPr>
        <p:spPr>
          <a:xfrm>
            <a:off x="2094254" y="5143500"/>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227353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4" name="Straight Connector 13"/>
          <p:cNvCxnSpPr/>
          <p:nvPr/>
        </p:nvCxnSpPr>
        <p:spPr>
          <a:xfrm>
            <a:off x="2094254" y="36321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25982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499035" y="1473197"/>
            <a:ext cx="2836343" cy="734060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943098" y="1473198"/>
            <a:ext cx="11149538" cy="7340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4" name="Straight Connector 13"/>
          <p:cNvCxnSpPr/>
          <p:nvPr/>
        </p:nvCxnSpPr>
        <p:spPr>
          <a:xfrm>
            <a:off x="13295835" y="1485900"/>
            <a:ext cx="0" cy="73152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5103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23604" y="0"/>
            <a:ext cx="18344943" cy="10284321"/>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943103" y="1473199"/>
            <a:ext cx="14401794" cy="1955801"/>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943102" y="3835398"/>
            <a:ext cx="14401794" cy="4978404"/>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016252" y="8953500"/>
            <a:ext cx="2400300" cy="419100"/>
          </a:xfrm>
          <a:prstGeom prst="rect">
            <a:avLst/>
          </a:prstGeom>
        </p:spPr>
        <p:txBody>
          <a:bodyPr vert="horz" lIns="91440" tIns="45720" rIns="91440" bIns="45720" rtlCol="0" anchor="ctr"/>
          <a:lstStyle>
            <a:lvl1pPr algn="r">
              <a:defRPr sz="1500" b="0" i="0">
                <a:solidFill>
                  <a:schemeClr val="tx1"/>
                </a:solidFill>
                <a:effectLst/>
                <a:latin typeface="+mn-lt"/>
              </a:defRPr>
            </a:lvl1pPr>
          </a:lstStyle>
          <a:p>
            <a:fld id="{1D8BD707-D9CF-40AE-B4C6-C98DA3205C09}" type="datetimeFigureOut">
              <a:rPr lang="en-US" smtClean="0"/>
              <a:t>2/9/2026</a:t>
            </a:fld>
            <a:endParaRPr lang="en-US"/>
          </a:p>
        </p:txBody>
      </p:sp>
      <p:sp>
        <p:nvSpPr>
          <p:cNvPr id="5" name="Footer Placeholder 4"/>
          <p:cNvSpPr>
            <a:spLocks noGrp="1"/>
          </p:cNvSpPr>
          <p:nvPr>
            <p:ph type="ftr" sz="quarter" idx="3"/>
          </p:nvPr>
        </p:nvSpPr>
        <p:spPr>
          <a:xfrm>
            <a:off x="1943102" y="8953500"/>
            <a:ext cx="10958850" cy="419100"/>
          </a:xfrm>
          <a:prstGeom prst="rect">
            <a:avLst/>
          </a:prstGeom>
        </p:spPr>
        <p:txBody>
          <a:bodyPr vert="horz" lIns="91440" tIns="45720" rIns="91440" bIns="45720" rtlCol="0" anchor="ctr"/>
          <a:lstStyle>
            <a:lvl1pPr algn="l">
              <a:defRPr sz="15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5530852" y="8953500"/>
            <a:ext cx="814046" cy="419100"/>
          </a:xfrm>
          <a:prstGeom prst="rect">
            <a:avLst/>
          </a:prstGeom>
        </p:spPr>
        <p:txBody>
          <a:bodyPr vert="horz" lIns="91440" tIns="45720" rIns="91440" bIns="45720" rtlCol="0" anchor="ctr"/>
          <a:lstStyle>
            <a:lvl1pPr algn="r">
              <a:defRPr sz="1500" b="0" i="0">
                <a:solidFill>
                  <a:schemeClr val="tx1"/>
                </a:solidFill>
                <a:effectLst/>
                <a:latin typeface="+mn-lt"/>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3203621121"/>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 id="2147483855" r:id="rId13"/>
    <p:sldLayoutId id="2147483856" r:id="rId14"/>
    <p:sldLayoutId id="2147483857" r:id="rId15"/>
    <p:sldLayoutId id="2147483858" r:id="rId16"/>
    <p:sldLayoutId id="2147483859" r:id="rId17"/>
  </p:sldLayoutIdLst>
  <p:txStyles>
    <p:titleStyle>
      <a:lvl1pPr algn="ctr" defTabSz="685800" rtl="0" eaLnBrk="1" latinLnBrk="0" hangingPunct="1">
        <a:spcBef>
          <a:spcPct val="0"/>
        </a:spcBef>
        <a:buNone/>
        <a:defRPr sz="66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28625" indent="-428625" algn="l" defTabSz="685800" rtl="0" eaLnBrk="1" latinLnBrk="0" hangingPunct="1">
        <a:spcBef>
          <a:spcPct val="20000"/>
        </a:spcBef>
        <a:spcAft>
          <a:spcPts val="900"/>
        </a:spcAft>
        <a:buClr>
          <a:schemeClr val="accent1"/>
        </a:buClr>
        <a:buSzPct val="115000"/>
        <a:buFont typeface="Arial"/>
        <a:buChar char="•"/>
        <a:defRPr sz="3600" kern="1200" cap="none">
          <a:solidFill>
            <a:schemeClr val="tx1">
              <a:lumMod val="85000"/>
              <a:lumOff val="15000"/>
            </a:schemeClr>
          </a:solidFill>
          <a:effectLst/>
          <a:latin typeface="+mn-lt"/>
          <a:ea typeface="+mn-ea"/>
          <a:cs typeface="+mn-cs"/>
        </a:defRPr>
      </a:lvl1pPr>
      <a:lvl2pPr marL="1114425" indent="-428625" algn="l" defTabSz="685800" rtl="0" eaLnBrk="1" latinLnBrk="0" hangingPunct="1">
        <a:spcBef>
          <a:spcPct val="20000"/>
        </a:spcBef>
        <a:spcAft>
          <a:spcPts val="900"/>
        </a:spcAft>
        <a:buClr>
          <a:schemeClr val="accent1"/>
        </a:buClr>
        <a:buSzPct val="115000"/>
        <a:buFont typeface="Arial"/>
        <a:buChar char="•"/>
        <a:defRPr sz="3000" kern="1200" cap="none">
          <a:solidFill>
            <a:schemeClr val="tx1">
              <a:lumMod val="85000"/>
              <a:lumOff val="15000"/>
            </a:schemeClr>
          </a:solidFill>
          <a:effectLst/>
          <a:latin typeface="+mn-lt"/>
          <a:ea typeface="+mn-ea"/>
          <a:cs typeface="+mn-cs"/>
        </a:defRPr>
      </a:lvl2pPr>
      <a:lvl3pPr marL="1800225" indent="-428625" algn="l" defTabSz="685800" rtl="0" eaLnBrk="1" latinLnBrk="0" hangingPunct="1">
        <a:spcBef>
          <a:spcPct val="20000"/>
        </a:spcBef>
        <a:spcAft>
          <a:spcPts val="900"/>
        </a:spcAft>
        <a:buClr>
          <a:schemeClr val="accent1"/>
        </a:buClr>
        <a:buSzPct val="115000"/>
        <a:buFont typeface="Arial"/>
        <a:buChar char="•"/>
        <a:defRPr sz="2700" kern="1200" cap="none">
          <a:solidFill>
            <a:schemeClr val="tx1">
              <a:lumMod val="85000"/>
              <a:lumOff val="15000"/>
            </a:schemeClr>
          </a:solidFill>
          <a:effectLst/>
          <a:latin typeface="+mn-lt"/>
          <a:ea typeface="+mn-ea"/>
          <a:cs typeface="+mn-cs"/>
        </a:defRPr>
      </a:lvl3pPr>
      <a:lvl4pPr marL="2314575" indent="-257175" algn="l" defTabSz="685800" rtl="0" eaLnBrk="1" latinLnBrk="0" hangingPunct="1">
        <a:spcBef>
          <a:spcPct val="20000"/>
        </a:spcBef>
        <a:spcAft>
          <a:spcPts val="9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4pPr>
      <a:lvl5pPr marL="3000375" indent="-257175" algn="l" defTabSz="685800" rtl="0" eaLnBrk="1" latinLnBrk="0" hangingPunct="1">
        <a:spcBef>
          <a:spcPct val="20000"/>
        </a:spcBef>
        <a:spcAft>
          <a:spcPts val="900"/>
        </a:spcAft>
        <a:buClr>
          <a:schemeClr val="accent1"/>
        </a:buClr>
        <a:buSzPct val="115000"/>
        <a:buFont typeface="Arial"/>
        <a:buChar char="•"/>
        <a:defRPr sz="2100" kern="1200" cap="none">
          <a:solidFill>
            <a:schemeClr val="tx1">
              <a:lumMod val="85000"/>
              <a:lumOff val="15000"/>
            </a:schemeClr>
          </a:solidFill>
          <a:effectLst/>
          <a:latin typeface="+mn-lt"/>
          <a:ea typeface="+mn-ea"/>
          <a:cs typeface="+mn-cs"/>
        </a:defRPr>
      </a:lvl5pPr>
      <a:lvl6pPr marL="3771900" indent="-342900" algn="l" defTabSz="685800" rtl="0" eaLnBrk="1" latinLnBrk="0" hangingPunct="1">
        <a:spcBef>
          <a:spcPct val="20000"/>
        </a:spcBef>
        <a:spcAft>
          <a:spcPts val="900"/>
        </a:spcAft>
        <a:buClr>
          <a:schemeClr val="accent1"/>
        </a:buClr>
        <a:buSzPct val="115000"/>
        <a:buFont typeface="Arial"/>
        <a:buChar char="•"/>
        <a:defRPr sz="2100" kern="1200" cap="none">
          <a:solidFill>
            <a:schemeClr val="tx1">
              <a:lumMod val="85000"/>
              <a:lumOff val="15000"/>
            </a:schemeClr>
          </a:solidFill>
          <a:effectLst/>
          <a:latin typeface="+mn-lt"/>
          <a:ea typeface="+mn-ea"/>
          <a:cs typeface="+mn-cs"/>
        </a:defRPr>
      </a:lvl6pPr>
      <a:lvl7pPr marL="4457700" indent="-342900" algn="l" defTabSz="685800" rtl="0" eaLnBrk="1" latinLnBrk="0" hangingPunct="1">
        <a:spcBef>
          <a:spcPct val="20000"/>
        </a:spcBef>
        <a:spcAft>
          <a:spcPts val="900"/>
        </a:spcAft>
        <a:buClr>
          <a:schemeClr val="accent1"/>
        </a:buClr>
        <a:buSzPct val="115000"/>
        <a:buFont typeface="Arial"/>
        <a:buChar char="•"/>
        <a:defRPr sz="2100" kern="1200" cap="none">
          <a:solidFill>
            <a:schemeClr val="tx1">
              <a:lumMod val="85000"/>
              <a:lumOff val="15000"/>
            </a:schemeClr>
          </a:solidFill>
          <a:effectLst/>
          <a:latin typeface="+mn-lt"/>
          <a:ea typeface="+mn-ea"/>
          <a:cs typeface="+mn-cs"/>
        </a:defRPr>
      </a:lvl7pPr>
      <a:lvl8pPr marL="5143500" indent="-342900" algn="l" defTabSz="685800" rtl="0" eaLnBrk="1" latinLnBrk="0" hangingPunct="1">
        <a:spcBef>
          <a:spcPct val="20000"/>
        </a:spcBef>
        <a:spcAft>
          <a:spcPts val="900"/>
        </a:spcAft>
        <a:buClr>
          <a:schemeClr val="accent1"/>
        </a:buClr>
        <a:buSzPct val="115000"/>
        <a:buFont typeface="Arial"/>
        <a:buChar char="•"/>
        <a:defRPr sz="2100" kern="1200" cap="none">
          <a:solidFill>
            <a:schemeClr val="tx1">
              <a:lumMod val="85000"/>
              <a:lumOff val="15000"/>
            </a:schemeClr>
          </a:solidFill>
          <a:effectLst/>
          <a:latin typeface="+mn-lt"/>
          <a:ea typeface="+mn-ea"/>
          <a:cs typeface="+mn-cs"/>
        </a:defRPr>
      </a:lvl8pPr>
      <a:lvl9pPr marL="5829300" indent="-342900" algn="l" defTabSz="685800" rtl="0" eaLnBrk="1" latinLnBrk="0" hangingPunct="1">
        <a:spcBef>
          <a:spcPct val="20000"/>
        </a:spcBef>
        <a:spcAft>
          <a:spcPts val="900"/>
        </a:spcAft>
        <a:buClr>
          <a:schemeClr val="accent1"/>
        </a:buClr>
        <a:buSzPct val="115000"/>
        <a:buFont typeface="Arial"/>
        <a:buChar char="•"/>
        <a:defRPr sz="2100" kern="1200" cap="none">
          <a:solidFill>
            <a:schemeClr val="tx1">
              <a:lumMod val="85000"/>
              <a:lumOff val="15000"/>
            </a:schemeClr>
          </a:solidFill>
          <a:effectLst/>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2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38100"/>
            <a:ext cx="18288000" cy="10279682"/>
          </a:xfrm>
          <a:prstGeom prst="rect">
            <a:avLst/>
          </a:prstGeom>
        </p:spPr>
      </p:pic>
      <p:sp>
        <p:nvSpPr>
          <p:cNvPr id="3" name="object 3" descr="$PPTXTitle"/>
          <p:cNvSpPr txBox="1">
            <a:spLocks noGrp="1"/>
          </p:cNvSpPr>
          <p:nvPr>
            <p:ph type="title"/>
          </p:nvPr>
        </p:nvSpPr>
        <p:spPr>
          <a:xfrm>
            <a:off x="4724400" y="5981083"/>
            <a:ext cx="8077200" cy="1681294"/>
          </a:xfrm>
          <a:prstGeom prst="rect">
            <a:avLst/>
          </a:prstGeom>
        </p:spPr>
        <p:txBody>
          <a:bodyPr vert="horz" wrap="square" lIns="0" tIns="27940" rIns="0" bIns="0" rtlCol="0">
            <a:spAutoFit/>
          </a:bodyPr>
          <a:lstStyle/>
          <a:p>
            <a:pPr marL="333375" marR="5080" indent="-321310">
              <a:lnSpc>
                <a:spcPts val="6459"/>
              </a:lnSpc>
              <a:spcBef>
                <a:spcPts val="220"/>
              </a:spcBef>
            </a:pPr>
            <a:r>
              <a:rPr lang="en-IN" sz="5400" b="1" dirty="0"/>
              <a:t>Employee Management System </a:t>
            </a:r>
            <a:endParaRPr sz="5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7077E4-54C7-DB6B-03DC-968490143C54}"/>
              </a:ext>
            </a:extLst>
          </p:cNvPr>
          <p:cNvSpPr>
            <a:spLocks noGrp="1"/>
          </p:cNvSpPr>
          <p:nvPr>
            <p:ph type="ctrTitle"/>
          </p:nvPr>
        </p:nvSpPr>
        <p:spPr>
          <a:xfrm>
            <a:off x="4038598" y="2476500"/>
            <a:ext cx="10223504" cy="2438400"/>
          </a:xfrm>
        </p:spPr>
        <p:txBody>
          <a:bodyPr/>
          <a:lstStyle/>
          <a:p>
            <a:r>
              <a:rPr lang="en-US" sz="6600" b="1" dirty="0"/>
              <a:t>EMPLOYEE MANAGEMENT SYSTEM </a:t>
            </a:r>
            <a:endParaRPr lang="en-IN" sz="6600" dirty="0"/>
          </a:p>
        </p:txBody>
      </p:sp>
      <p:sp>
        <p:nvSpPr>
          <p:cNvPr id="4" name="Subtitle 3">
            <a:extLst>
              <a:ext uri="{FF2B5EF4-FFF2-40B4-BE49-F238E27FC236}">
                <a16:creationId xmlns:a16="http://schemas.microsoft.com/office/drawing/2014/main" id="{AF835A8B-9030-AC82-AA8F-F58584A59384}"/>
              </a:ext>
            </a:extLst>
          </p:cNvPr>
          <p:cNvSpPr>
            <a:spLocks noGrp="1"/>
          </p:cNvSpPr>
          <p:nvPr>
            <p:ph type="subTitle" idx="1"/>
          </p:nvPr>
        </p:nvSpPr>
        <p:spPr>
          <a:xfrm>
            <a:off x="4038598" y="5524500"/>
            <a:ext cx="10223504" cy="1943099"/>
          </a:xfrm>
        </p:spPr>
        <p:txBody>
          <a:bodyPr>
            <a:normAutofit/>
          </a:bodyPr>
          <a:lstStyle/>
          <a:p>
            <a:r>
              <a:rPr lang="en-US" dirty="0"/>
              <a:t>                                                  SQL based database project </a:t>
            </a:r>
          </a:p>
          <a:p>
            <a:endParaRPr lang="en-IN" dirty="0"/>
          </a:p>
        </p:txBody>
      </p:sp>
      <p:pic>
        <p:nvPicPr>
          <p:cNvPr id="5" name="object 12">
            <a:extLst>
              <a:ext uri="{FF2B5EF4-FFF2-40B4-BE49-F238E27FC236}">
                <a16:creationId xmlns:a16="http://schemas.microsoft.com/office/drawing/2014/main" id="{56D61A54-D52A-5674-E1FE-922DA3B90F74}"/>
              </a:ext>
            </a:extLst>
          </p:cNvPr>
          <p:cNvPicPr/>
          <p:nvPr/>
        </p:nvPicPr>
        <p:blipFill>
          <a:blip r:embed="rId2"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3397139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44CCE-7D34-E8FF-DD21-B23BA0EAE188}"/>
              </a:ext>
            </a:extLst>
          </p:cNvPr>
          <p:cNvSpPr>
            <a:spLocks noGrp="1"/>
          </p:cNvSpPr>
          <p:nvPr>
            <p:ph type="title"/>
          </p:nvPr>
        </p:nvSpPr>
        <p:spPr>
          <a:xfrm>
            <a:off x="1943103" y="1485900"/>
            <a:ext cx="14401794" cy="1752600"/>
          </a:xfrm>
        </p:spPr>
        <p:txBody>
          <a:bodyPr/>
          <a:lstStyle/>
          <a:p>
            <a:r>
              <a:rPr lang="en-IN" dirty="0"/>
              <a:t>Introduction </a:t>
            </a:r>
          </a:p>
        </p:txBody>
      </p:sp>
      <p:pic>
        <p:nvPicPr>
          <p:cNvPr id="3" name="object 12">
            <a:extLst>
              <a:ext uri="{FF2B5EF4-FFF2-40B4-BE49-F238E27FC236}">
                <a16:creationId xmlns:a16="http://schemas.microsoft.com/office/drawing/2014/main" id="{0D26E7A9-9AB3-EB4B-44C7-52BB0BADE9F3}"/>
              </a:ext>
            </a:extLst>
          </p:cNvPr>
          <p:cNvPicPr/>
          <p:nvPr/>
        </p:nvPicPr>
        <p:blipFill>
          <a:blip r:embed="rId2" cstate="print"/>
          <a:stretch>
            <a:fillRect/>
          </a:stretch>
        </p:blipFill>
        <p:spPr>
          <a:xfrm>
            <a:off x="0" y="9524"/>
            <a:ext cx="4514849" cy="809625"/>
          </a:xfrm>
          <a:prstGeom prst="rect">
            <a:avLst/>
          </a:prstGeom>
        </p:spPr>
      </p:pic>
      <p:sp>
        <p:nvSpPr>
          <p:cNvPr id="4" name="Rectangle 1">
            <a:extLst>
              <a:ext uri="{FF2B5EF4-FFF2-40B4-BE49-F238E27FC236}">
                <a16:creationId xmlns:a16="http://schemas.microsoft.com/office/drawing/2014/main" id="{5E39410D-DAFE-A577-7DC0-FC08576D7B84}"/>
              </a:ext>
            </a:extLst>
          </p:cNvPr>
          <p:cNvSpPr>
            <a:spLocks noChangeArrowheads="1"/>
          </p:cNvSpPr>
          <p:nvPr/>
        </p:nvSpPr>
        <p:spPr bwMode="auto">
          <a:xfrm>
            <a:off x="2057400" y="3817829"/>
            <a:ext cx="14554195"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Employee Management System focuses on efficient handling of employee, department, payroll, qualification, and leave data.</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helps organizations track employee records, salary details, and operational activities accurately.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simulates a real-world organizational database with interconnected tables and relationships.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SQL is used to store, retrieve, and analyze data for meaningful insights and reporting.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provides hands-on experience in database design and business data analysis.</a:t>
            </a:r>
          </a:p>
        </p:txBody>
      </p:sp>
    </p:spTree>
    <p:extLst>
      <p:ext uri="{BB962C8B-B14F-4D97-AF65-F5344CB8AC3E}">
        <p14:creationId xmlns:p14="http://schemas.microsoft.com/office/powerpoint/2010/main" val="535848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9EF24A-3139-CD20-E640-33AE3D986285}"/>
              </a:ext>
            </a:extLst>
          </p:cNvPr>
          <p:cNvSpPr>
            <a:spLocks noGrp="1"/>
          </p:cNvSpPr>
          <p:nvPr>
            <p:ph type="title"/>
          </p:nvPr>
        </p:nvSpPr>
        <p:spPr/>
        <p:txBody>
          <a:bodyPr/>
          <a:lstStyle/>
          <a:p>
            <a:r>
              <a:rPr lang="en-US" b="1" dirty="0"/>
              <a:t>Tables</a:t>
            </a:r>
            <a:endParaRPr lang="en-IN" b="1" dirty="0"/>
          </a:p>
        </p:txBody>
      </p:sp>
      <p:sp>
        <p:nvSpPr>
          <p:cNvPr id="4" name="Content Placeholder 3">
            <a:extLst>
              <a:ext uri="{FF2B5EF4-FFF2-40B4-BE49-F238E27FC236}">
                <a16:creationId xmlns:a16="http://schemas.microsoft.com/office/drawing/2014/main" id="{943E90EA-FC84-4754-56A6-49CB56B40197}"/>
              </a:ext>
            </a:extLst>
          </p:cNvPr>
          <p:cNvSpPr>
            <a:spLocks noGrp="1"/>
          </p:cNvSpPr>
          <p:nvPr>
            <p:ph idx="1"/>
          </p:nvPr>
        </p:nvSpPr>
        <p:spPr/>
        <p:txBody>
          <a:bodyPr/>
          <a:lstStyle/>
          <a:p>
            <a:pPr marL="0" indent="0">
              <a:buNone/>
            </a:pPr>
            <a:r>
              <a:rPr lang="en-US" b="1" dirty="0"/>
              <a:t>       </a:t>
            </a:r>
            <a:r>
              <a:rPr lang="en-US" b="1" dirty="0" err="1"/>
              <a:t>JobDepartment</a:t>
            </a:r>
            <a:r>
              <a:rPr lang="en-US" b="1" dirty="0"/>
              <a:t> Table                                         </a:t>
            </a:r>
            <a:r>
              <a:rPr lang="en-US" b="1" dirty="0" err="1"/>
              <a:t>SalaryBonus</a:t>
            </a:r>
            <a:r>
              <a:rPr lang="en-US" b="1" dirty="0"/>
              <a:t> Table</a:t>
            </a:r>
          </a:p>
          <a:p>
            <a:endParaRPr lang="en-US" dirty="0"/>
          </a:p>
          <a:p>
            <a:endParaRPr lang="en-IN" dirty="0"/>
          </a:p>
        </p:txBody>
      </p:sp>
      <p:pic>
        <p:nvPicPr>
          <p:cNvPr id="8" name="Picture 7">
            <a:extLst>
              <a:ext uri="{FF2B5EF4-FFF2-40B4-BE49-F238E27FC236}">
                <a16:creationId xmlns:a16="http://schemas.microsoft.com/office/drawing/2014/main" id="{E527CE23-4E50-26D1-F031-44269407E84D}"/>
              </a:ext>
            </a:extLst>
          </p:cNvPr>
          <p:cNvPicPr>
            <a:picLocks noChangeAspect="1"/>
          </p:cNvPicPr>
          <p:nvPr/>
        </p:nvPicPr>
        <p:blipFill>
          <a:blip r:embed="rId2"/>
          <a:stretch>
            <a:fillRect/>
          </a:stretch>
        </p:blipFill>
        <p:spPr>
          <a:xfrm>
            <a:off x="2171703" y="4991100"/>
            <a:ext cx="5372098" cy="2971800"/>
          </a:xfrm>
          <a:prstGeom prst="rect">
            <a:avLst/>
          </a:prstGeom>
        </p:spPr>
      </p:pic>
      <p:pic>
        <p:nvPicPr>
          <p:cNvPr id="10" name="Picture 9">
            <a:extLst>
              <a:ext uri="{FF2B5EF4-FFF2-40B4-BE49-F238E27FC236}">
                <a16:creationId xmlns:a16="http://schemas.microsoft.com/office/drawing/2014/main" id="{E28A56D0-75E7-4E04-6ED8-7B141837A357}"/>
              </a:ext>
            </a:extLst>
          </p:cNvPr>
          <p:cNvPicPr>
            <a:picLocks noChangeAspect="1"/>
          </p:cNvPicPr>
          <p:nvPr/>
        </p:nvPicPr>
        <p:blipFill>
          <a:blip r:embed="rId3"/>
          <a:stretch>
            <a:fillRect/>
          </a:stretch>
        </p:blipFill>
        <p:spPr>
          <a:xfrm>
            <a:off x="10591800" y="5053781"/>
            <a:ext cx="5181600" cy="3200400"/>
          </a:xfrm>
          <a:prstGeom prst="rect">
            <a:avLst/>
          </a:prstGeom>
        </p:spPr>
      </p:pic>
    </p:spTree>
    <p:extLst>
      <p:ext uri="{BB962C8B-B14F-4D97-AF65-F5344CB8AC3E}">
        <p14:creationId xmlns:p14="http://schemas.microsoft.com/office/powerpoint/2010/main" val="1273488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737B28-3411-CDDD-728F-796BE0FA02FD}"/>
              </a:ext>
            </a:extLst>
          </p:cNvPr>
          <p:cNvSpPr>
            <a:spLocks noGrp="1"/>
          </p:cNvSpPr>
          <p:nvPr>
            <p:ph idx="4294967295"/>
          </p:nvPr>
        </p:nvSpPr>
        <p:spPr>
          <a:xfrm>
            <a:off x="1219200" y="1943100"/>
            <a:ext cx="15544800" cy="6870700"/>
          </a:xfrm>
        </p:spPr>
        <p:txBody>
          <a:bodyPr/>
          <a:lstStyle/>
          <a:p>
            <a:pPr marL="0" indent="0">
              <a:buNone/>
            </a:pPr>
            <a:r>
              <a:rPr lang="en-US" b="1" dirty="0"/>
              <a:t>              </a:t>
            </a:r>
          </a:p>
          <a:p>
            <a:pPr marL="0" indent="0">
              <a:buNone/>
            </a:pPr>
            <a:r>
              <a:rPr lang="en-US" b="1" dirty="0"/>
              <a:t>               Employee Table                                        Qualification Table </a:t>
            </a:r>
          </a:p>
        </p:txBody>
      </p:sp>
      <p:pic>
        <p:nvPicPr>
          <p:cNvPr id="5" name="Picture 4">
            <a:extLst>
              <a:ext uri="{FF2B5EF4-FFF2-40B4-BE49-F238E27FC236}">
                <a16:creationId xmlns:a16="http://schemas.microsoft.com/office/drawing/2014/main" id="{2B6C85BC-1D00-7F31-1648-DC1735AB127E}"/>
              </a:ext>
            </a:extLst>
          </p:cNvPr>
          <p:cNvPicPr>
            <a:picLocks noChangeAspect="1"/>
          </p:cNvPicPr>
          <p:nvPr/>
        </p:nvPicPr>
        <p:blipFill>
          <a:blip r:embed="rId2"/>
          <a:stretch>
            <a:fillRect/>
          </a:stretch>
        </p:blipFill>
        <p:spPr>
          <a:xfrm>
            <a:off x="1981200" y="4136923"/>
            <a:ext cx="5562600" cy="2895600"/>
          </a:xfrm>
          <a:prstGeom prst="rect">
            <a:avLst/>
          </a:prstGeom>
        </p:spPr>
      </p:pic>
      <p:pic>
        <p:nvPicPr>
          <p:cNvPr id="7" name="Picture 6">
            <a:extLst>
              <a:ext uri="{FF2B5EF4-FFF2-40B4-BE49-F238E27FC236}">
                <a16:creationId xmlns:a16="http://schemas.microsoft.com/office/drawing/2014/main" id="{B171782A-9C47-09B8-D81B-CF828B01C968}"/>
              </a:ext>
            </a:extLst>
          </p:cNvPr>
          <p:cNvPicPr>
            <a:picLocks noChangeAspect="1"/>
          </p:cNvPicPr>
          <p:nvPr/>
        </p:nvPicPr>
        <p:blipFill>
          <a:blip r:embed="rId3"/>
          <a:stretch>
            <a:fillRect/>
          </a:stretch>
        </p:blipFill>
        <p:spPr>
          <a:xfrm>
            <a:off x="9906000" y="4229100"/>
            <a:ext cx="5562600" cy="3200400"/>
          </a:xfrm>
          <a:prstGeom prst="rect">
            <a:avLst/>
          </a:prstGeom>
        </p:spPr>
      </p:pic>
    </p:spTree>
    <p:extLst>
      <p:ext uri="{BB962C8B-B14F-4D97-AF65-F5344CB8AC3E}">
        <p14:creationId xmlns:p14="http://schemas.microsoft.com/office/powerpoint/2010/main" val="2226632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77C788CE-4EA0-8BA5-2A45-769BA762D7FC}"/>
              </a:ext>
            </a:extLst>
          </p:cNvPr>
          <p:cNvSpPr>
            <a:spLocks noGrp="1"/>
          </p:cNvSpPr>
          <p:nvPr>
            <p:ph idx="4294967295"/>
          </p:nvPr>
        </p:nvSpPr>
        <p:spPr>
          <a:xfrm>
            <a:off x="1524000" y="1943100"/>
            <a:ext cx="15011400" cy="6248400"/>
          </a:xfrm>
        </p:spPr>
        <p:txBody>
          <a:bodyPr/>
          <a:lstStyle/>
          <a:p>
            <a:pPr marL="0" indent="0">
              <a:buNone/>
            </a:pPr>
            <a:r>
              <a:rPr lang="en-US" dirty="0"/>
              <a:t>         </a:t>
            </a:r>
          </a:p>
          <a:p>
            <a:pPr marL="0" indent="0">
              <a:buNone/>
            </a:pPr>
            <a:r>
              <a:rPr lang="en-US" dirty="0"/>
              <a:t>             </a:t>
            </a:r>
            <a:r>
              <a:rPr lang="en-US" sz="4000" b="1" dirty="0"/>
              <a:t>Leave Table                                      </a:t>
            </a:r>
            <a:r>
              <a:rPr lang="en-US" sz="4000" b="1" dirty="0" err="1"/>
              <a:t>PayRoll</a:t>
            </a:r>
            <a:r>
              <a:rPr lang="en-US" sz="4000" b="1" dirty="0"/>
              <a:t> Table</a:t>
            </a:r>
            <a:endParaRPr lang="en-IN" sz="4000" b="1" dirty="0"/>
          </a:p>
        </p:txBody>
      </p:sp>
      <p:pic>
        <p:nvPicPr>
          <p:cNvPr id="8" name="Content Placeholder 4">
            <a:extLst>
              <a:ext uri="{FF2B5EF4-FFF2-40B4-BE49-F238E27FC236}">
                <a16:creationId xmlns:a16="http://schemas.microsoft.com/office/drawing/2014/main" id="{5246B86D-AC62-BEB2-4CE0-BBDDCB303A0A}"/>
              </a:ext>
            </a:extLst>
          </p:cNvPr>
          <p:cNvPicPr>
            <a:picLocks noChangeAspect="1"/>
          </p:cNvPicPr>
          <p:nvPr/>
        </p:nvPicPr>
        <p:blipFill>
          <a:blip r:embed="rId2"/>
          <a:stretch>
            <a:fillRect/>
          </a:stretch>
        </p:blipFill>
        <p:spPr>
          <a:xfrm>
            <a:off x="2286000" y="3924300"/>
            <a:ext cx="4648204" cy="3048000"/>
          </a:xfrm>
          <a:prstGeom prst="rect">
            <a:avLst/>
          </a:prstGeom>
        </p:spPr>
      </p:pic>
      <p:pic>
        <p:nvPicPr>
          <p:cNvPr id="10" name="Picture 9">
            <a:extLst>
              <a:ext uri="{FF2B5EF4-FFF2-40B4-BE49-F238E27FC236}">
                <a16:creationId xmlns:a16="http://schemas.microsoft.com/office/drawing/2014/main" id="{B67A5B59-AD39-AD7F-1090-C6F187AEF147}"/>
              </a:ext>
            </a:extLst>
          </p:cNvPr>
          <p:cNvPicPr>
            <a:picLocks noChangeAspect="1"/>
          </p:cNvPicPr>
          <p:nvPr/>
        </p:nvPicPr>
        <p:blipFill>
          <a:blip r:embed="rId3"/>
          <a:stretch>
            <a:fillRect/>
          </a:stretch>
        </p:blipFill>
        <p:spPr>
          <a:xfrm>
            <a:off x="9601200" y="4076700"/>
            <a:ext cx="4800600" cy="2743200"/>
          </a:xfrm>
          <a:prstGeom prst="rect">
            <a:avLst/>
          </a:prstGeom>
        </p:spPr>
      </p:pic>
    </p:spTree>
    <p:extLst>
      <p:ext uri="{BB962C8B-B14F-4D97-AF65-F5344CB8AC3E}">
        <p14:creationId xmlns:p14="http://schemas.microsoft.com/office/powerpoint/2010/main" val="39264664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A56517-775E-6EB4-E70E-74927DE28F3C}"/>
              </a:ext>
            </a:extLst>
          </p:cNvPr>
          <p:cNvSpPr>
            <a:spLocks noGrp="1"/>
          </p:cNvSpPr>
          <p:nvPr>
            <p:ph type="title" idx="4294967295"/>
          </p:nvPr>
        </p:nvSpPr>
        <p:spPr>
          <a:xfrm>
            <a:off x="1828800" y="1257300"/>
            <a:ext cx="14325600" cy="1143000"/>
          </a:xfrm>
        </p:spPr>
        <p:txBody>
          <a:bodyPr/>
          <a:lstStyle/>
          <a:p>
            <a:r>
              <a:rPr lang="en-IN" dirty="0"/>
              <a:t>ER Diagram</a:t>
            </a:r>
          </a:p>
        </p:txBody>
      </p:sp>
      <p:sp>
        <p:nvSpPr>
          <p:cNvPr id="7" name="Rectangle 3">
            <a:extLst>
              <a:ext uri="{FF2B5EF4-FFF2-40B4-BE49-F238E27FC236}">
                <a16:creationId xmlns:a16="http://schemas.microsoft.com/office/drawing/2014/main" id="{63709FB0-4BAB-EA2A-81CE-1A98F3D3B761}"/>
              </a:ext>
            </a:extLst>
          </p:cNvPr>
          <p:cNvSpPr>
            <a:spLocks noChangeArrowheads="1"/>
          </p:cNvSpPr>
          <p:nvPr/>
        </p:nvSpPr>
        <p:spPr bwMode="auto">
          <a:xfrm>
            <a:off x="2057400" y="3371112"/>
            <a:ext cx="22681650" cy="6417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35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52" name="Picture 4">
            <a:extLst>
              <a:ext uri="{FF2B5EF4-FFF2-40B4-BE49-F238E27FC236}">
                <a16:creationId xmlns:a16="http://schemas.microsoft.com/office/drawing/2014/main" id="{C0A92DDC-1C8F-EB8C-CE46-8608810277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781301"/>
            <a:ext cx="12954000" cy="5943600"/>
          </a:xfrm>
          <a:prstGeom prst="rect">
            <a:avLst/>
          </a:prstGeom>
          <a:noFill/>
          <a:extLst>
            <a:ext uri="{909E8E84-426E-40DD-AFC4-6F175D3DCCD1}">
              <a14:hiddenFill xmlns:a14="http://schemas.microsoft.com/office/drawing/2010/main">
                <a:solidFill>
                  <a:srgbClr val="FFFFFF"/>
                </a:solidFill>
              </a14:hiddenFill>
            </a:ext>
          </a:extLst>
        </p:spPr>
      </p:pic>
      <p:pic>
        <p:nvPicPr>
          <p:cNvPr id="8" name="object 12">
            <a:extLst>
              <a:ext uri="{FF2B5EF4-FFF2-40B4-BE49-F238E27FC236}">
                <a16:creationId xmlns:a16="http://schemas.microsoft.com/office/drawing/2014/main" id="{52F7D4F0-2AEA-63AF-EDE5-24B102F82E23}"/>
              </a:ext>
            </a:extLst>
          </p:cNvPr>
          <p:cNvPicPr/>
          <p:nvPr/>
        </p:nvPicPr>
        <p:blipFill>
          <a:blip r:embed="rId3"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924112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9672A-444F-967F-438F-9A3307D587A3}"/>
              </a:ext>
            </a:extLst>
          </p:cNvPr>
          <p:cNvSpPr>
            <a:spLocks noGrp="1"/>
          </p:cNvSpPr>
          <p:nvPr>
            <p:ph type="title" idx="4294967295"/>
          </p:nvPr>
        </p:nvSpPr>
        <p:spPr>
          <a:xfrm>
            <a:off x="1524000" y="1473200"/>
            <a:ext cx="14935200" cy="1460500"/>
          </a:xfrm>
        </p:spPr>
        <p:txBody>
          <a:bodyPr/>
          <a:lstStyle/>
          <a:p>
            <a:r>
              <a:rPr lang="en-IN" dirty="0"/>
              <a:t>  Problem Statement </a:t>
            </a:r>
          </a:p>
        </p:txBody>
      </p:sp>
      <p:sp>
        <p:nvSpPr>
          <p:cNvPr id="3" name="Content Placeholder 2">
            <a:extLst>
              <a:ext uri="{FF2B5EF4-FFF2-40B4-BE49-F238E27FC236}">
                <a16:creationId xmlns:a16="http://schemas.microsoft.com/office/drawing/2014/main" id="{31026F3A-3340-4585-0EFE-39796EE61B42}"/>
              </a:ext>
            </a:extLst>
          </p:cNvPr>
          <p:cNvSpPr>
            <a:spLocks noGrp="1"/>
          </p:cNvSpPr>
          <p:nvPr>
            <p:ph idx="4294967295"/>
          </p:nvPr>
        </p:nvSpPr>
        <p:spPr>
          <a:xfrm>
            <a:off x="1676400" y="3238500"/>
            <a:ext cx="14782800" cy="5791200"/>
          </a:xfrm>
        </p:spPr>
        <p:txBody>
          <a:bodyPr>
            <a:normAutofit fontScale="92500"/>
          </a:bodyPr>
          <a:lstStyle/>
          <a:p>
            <a:pPr>
              <a:buClr>
                <a:schemeClr val="tx1"/>
              </a:buClr>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The objective of this project is to design and implement an Employee Management System that efficiently stores and manages employee-related data within an organization. The system needs to track various aspects of employee information, including personal details, job roles, salary structures, qualifications, leave records, and payroll data. The system should ensure the integrity and consistency of data by using relational tables with appropriate foreign keys and cascading actions.</a:t>
            </a:r>
          </a:p>
          <a:p>
            <a:pPr>
              <a:buClr>
                <a:schemeClr val="tx1"/>
              </a:buClr>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The system should allow for easy management and querying of employee data, providing insights such as payroll calculation, leave tracking, and department-specific job roles. The goal is to streamline HR operations, ensuring that all relevant employee data is accessible and accurately updated across different modules.</a:t>
            </a:r>
          </a:p>
          <a:p>
            <a:pPr marL="0" indent="0">
              <a:buNone/>
            </a:pPr>
            <a:endParaRPr lang="en-US" dirty="0"/>
          </a:p>
        </p:txBody>
      </p:sp>
      <p:pic>
        <p:nvPicPr>
          <p:cNvPr id="4" name="object 12">
            <a:extLst>
              <a:ext uri="{FF2B5EF4-FFF2-40B4-BE49-F238E27FC236}">
                <a16:creationId xmlns:a16="http://schemas.microsoft.com/office/drawing/2014/main" id="{5964390E-9BCB-AF39-1747-3F8D713874A4}"/>
              </a:ext>
            </a:extLst>
          </p:cNvPr>
          <p:cNvPicPr/>
          <p:nvPr/>
        </p:nvPicPr>
        <p:blipFill>
          <a:blip r:embed="rId2" cstate="print"/>
          <a:stretch>
            <a:fillRect/>
          </a:stretch>
        </p:blipFill>
        <p:spPr>
          <a:xfrm>
            <a:off x="0" y="114300"/>
            <a:ext cx="4514849" cy="809625"/>
          </a:xfrm>
          <a:prstGeom prst="rect">
            <a:avLst/>
          </a:prstGeom>
        </p:spPr>
      </p:pic>
    </p:spTree>
    <p:extLst>
      <p:ext uri="{BB962C8B-B14F-4D97-AF65-F5344CB8AC3E}">
        <p14:creationId xmlns:p14="http://schemas.microsoft.com/office/powerpoint/2010/main" val="1009862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FD3FA-C5C5-8CB1-93FD-69228E6EA479}"/>
              </a:ext>
            </a:extLst>
          </p:cNvPr>
          <p:cNvSpPr>
            <a:spLocks noGrp="1"/>
          </p:cNvSpPr>
          <p:nvPr>
            <p:ph type="title"/>
          </p:nvPr>
        </p:nvSpPr>
        <p:spPr/>
        <p:txBody>
          <a:bodyPr>
            <a:normAutofit/>
          </a:bodyPr>
          <a:lstStyle/>
          <a:p>
            <a:r>
              <a:rPr lang="en-IN" sz="4800" dirty="0"/>
              <a:t>1</a:t>
            </a:r>
            <a:r>
              <a:rPr lang="en-IN" sz="4400" dirty="0"/>
              <a:t>.</a:t>
            </a:r>
            <a:r>
              <a:rPr lang="en-US" sz="4400" dirty="0"/>
              <a:t> How many unique employees are currently in the system?</a:t>
            </a:r>
            <a:endParaRPr lang="en-IN" sz="4400" dirty="0"/>
          </a:p>
        </p:txBody>
      </p:sp>
      <p:pic>
        <p:nvPicPr>
          <p:cNvPr id="5" name="Content Placeholder 4">
            <a:extLst>
              <a:ext uri="{FF2B5EF4-FFF2-40B4-BE49-F238E27FC236}">
                <a16:creationId xmlns:a16="http://schemas.microsoft.com/office/drawing/2014/main" id="{BA533C75-8B66-F61A-D8C3-DCCF68F7D91E}"/>
              </a:ext>
            </a:extLst>
          </p:cNvPr>
          <p:cNvPicPr>
            <a:picLocks noGrp="1" noChangeAspect="1"/>
          </p:cNvPicPr>
          <p:nvPr>
            <p:ph idx="1"/>
          </p:nvPr>
        </p:nvPicPr>
        <p:blipFill>
          <a:blip r:embed="rId2"/>
          <a:stretch>
            <a:fillRect/>
          </a:stretch>
        </p:blipFill>
        <p:spPr>
          <a:xfrm>
            <a:off x="3276600" y="4381499"/>
            <a:ext cx="4191000" cy="1955801"/>
          </a:xfrm>
          <a:prstGeom prst="rect">
            <a:avLst/>
          </a:prstGeom>
        </p:spPr>
      </p:pic>
      <p:pic>
        <p:nvPicPr>
          <p:cNvPr id="7" name="Picture 6">
            <a:extLst>
              <a:ext uri="{FF2B5EF4-FFF2-40B4-BE49-F238E27FC236}">
                <a16:creationId xmlns:a16="http://schemas.microsoft.com/office/drawing/2014/main" id="{B200CE26-F254-8B3A-4095-204891EA3F84}"/>
              </a:ext>
            </a:extLst>
          </p:cNvPr>
          <p:cNvPicPr>
            <a:picLocks noChangeAspect="1"/>
          </p:cNvPicPr>
          <p:nvPr/>
        </p:nvPicPr>
        <p:blipFill>
          <a:blip r:embed="rId3"/>
          <a:stretch>
            <a:fillRect/>
          </a:stretch>
        </p:blipFill>
        <p:spPr>
          <a:xfrm>
            <a:off x="10515602" y="6451601"/>
            <a:ext cx="3962400" cy="2362200"/>
          </a:xfrm>
          <a:prstGeom prst="rect">
            <a:avLst/>
          </a:prstGeom>
        </p:spPr>
      </p:pic>
      <p:pic>
        <p:nvPicPr>
          <p:cNvPr id="8" name="object 12">
            <a:extLst>
              <a:ext uri="{FF2B5EF4-FFF2-40B4-BE49-F238E27FC236}">
                <a16:creationId xmlns:a16="http://schemas.microsoft.com/office/drawing/2014/main" id="{8DFF5CC8-AD46-8A36-CF6E-363AC92780A2}"/>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2500335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94DE2-0B75-F9E7-06AB-7F0EEC36F277}"/>
              </a:ext>
            </a:extLst>
          </p:cNvPr>
          <p:cNvSpPr>
            <a:spLocks noGrp="1"/>
          </p:cNvSpPr>
          <p:nvPr>
            <p:ph type="title"/>
          </p:nvPr>
        </p:nvSpPr>
        <p:spPr/>
        <p:txBody>
          <a:bodyPr>
            <a:normAutofit/>
          </a:bodyPr>
          <a:lstStyle/>
          <a:p>
            <a:r>
              <a:rPr lang="en-IN" sz="4400" dirty="0"/>
              <a:t>2. </a:t>
            </a:r>
            <a:r>
              <a:rPr lang="en-US" sz="4900" dirty="0"/>
              <a:t>Which departments have the highest number of employees?</a:t>
            </a:r>
            <a:endParaRPr lang="en-IN" sz="4900" dirty="0"/>
          </a:p>
        </p:txBody>
      </p:sp>
      <p:pic>
        <p:nvPicPr>
          <p:cNvPr id="5" name="Content Placeholder 4">
            <a:extLst>
              <a:ext uri="{FF2B5EF4-FFF2-40B4-BE49-F238E27FC236}">
                <a16:creationId xmlns:a16="http://schemas.microsoft.com/office/drawing/2014/main" id="{4886F1FF-6B44-74F5-C82A-DFE3AF4D91E4}"/>
              </a:ext>
            </a:extLst>
          </p:cNvPr>
          <p:cNvPicPr>
            <a:picLocks noGrp="1" noChangeAspect="1"/>
          </p:cNvPicPr>
          <p:nvPr>
            <p:ph idx="1"/>
          </p:nvPr>
        </p:nvPicPr>
        <p:blipFill>
          <a:blip r:embed="rId2"/>
          <a:stretch>
            <a:fillRect/>
          </a:stretch>
        </p:blipFill>
        <p:spPr>
          <a:xfrm>
            <a:off x="2667000" y="4152900"/>
            <a:ext cx="5943600" cy="2895600"/>
          </a:xfrm>
          <a:prstGeom prst="rect">
            <a:avLst/>
          </a:prstGeom>
        </p:spPr>
      </p:pic>
      <p:pic>
        <p:nvPicPr>
          <p:cNvPr id="7" name="Picture 6">
            <a:extLst>
              <a:ext uri="{FF2B5EF4-FFF2-40B4-BE49-F238E27FC236}">
                <a16:creationId xmlns:a16="http://schemas.microsoft.com/office/drawing/2014/main" id="{D96228C0-8018-8F86-16A8-E68BB76F81D8}"/>
              </a:ext>
            </a:extLst>
          </p:cNvPr>
          <p:cNvPicPr>
            <a:picLocks noChangeAspect="1"/>
          </p:cNvPicPr>
          <p:nvPr/>
        </p:nvPicPr>
        <p:blipFill>
          <a:blip r:embed="rId3"/>
          <a:stretch>
            <a:fillRect/>
          </a:stretch>
        </p:blipFill>
        <p:spPr>
          <a:xfrm>
            <a:off x="10515600" y="7044813"/>
            <a:ext cx="3276600" cy="1955801"/>
          </a:xfrm>
          <a:prstGeom prst="rect">
            <a:avLst/>
          </a:prstGeom>
        </p:spPr>
      </p:pic>
      <p:pic>
        <p:nvPicPr>
          <p:cNvPr id="8" name="object 12">
            <a:extLst>
              <a:ext uri="{FF2B5EF4-FFF2-40B4-BE49-F238E27FC236}">
                <a16:creationId xmlns:a16="http://schemas.microsoft.com/office/drawing/2014/main" id="{5EFA06CB-BAF6-94BB-BDC0-C485C31B741A}"/>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3779360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546DF-CCD0-5CB8-8C09-F65B850D6146}"/>
              </a:ext>
            </a:extLst>
          </p:cNvPr>
          <p:cNvSpPr>
            <a:spLocks noGrp="1"/>
          </p:cNvSpPr>
          <p:nvPr>
            <p:ph type="title"/>
          </p:nvPr>
        </p:nvSpPr>
        <p:spPr/>
        <p:txBody>
          <a:bodyPr>
            <a:normAutofit/>
          </a:bodyPr>
          <a:lstStyle/>
          <a:p>
            <a:r>
              <a:rPr lang="en-IN" sz="4400" dirty="0"/>
              <a:t>3. </a:t>
            </a:r>
            <a:r>
              <a:rPr lang="en-US" sz="4400" dirty="0"/>
              <a:t>What is the average salary per department?</a:t>
            </a:r>
            <a:endParaRPr lang="en-IN" sz="4400" dirty="0"/>
          </a:p>
        </p:txBody>
      </p:sp>
      <p:pic>
        <p:nvPicPr>
          <p:cNvPr id="5" name="Content Placeholder 4">
            <a:extLst>
              <a:ext uri="{FF2B5EF4-FFF2-40B4-BE49-F238E27FC236}">
                <a16:creationId xmlns:a16="http://schemas.microsoft.com/office/drawing/2014/main" id="{25ADBD25-F928-0E3B-4FFD-7D1C37C3D1EB}"/>
              </a:ext>
            </a:extLst>
          </p:cNvPr>
          <p:cNvPicPr>
            <a:picLocks noGrp="1" noChangeAspect="1"/>
          </p:cNvPicPr>
          <p:nvPr>
            <p:ph idx="1"/>
          </p:nvPr>
        </p:nvPicPr>
        <p:blipFill>
          <a:blip r:embed="rId2"/>
          <a:stretch>
            <a:fillRect/>
          </a:stretch>
        </p:blipFill>
        <p:spPr>
          <a:xfrm>
            <a:off x="2667000" y="4229100"/>
            <a:ext cx="4724400" cy="2438399"/>
          </a:xfrm>
          <a:prstGeom prst="rect">
            <a:avLst/>
          </a:prstGeom>
        </p:spPr>
      </p:pic>
      <p:pic>
        <p:nvPicPr>
          <p:cNvPr id="8" name="object 12">
            <a:extLst>
              <a:ext uri="{FF2B5EF4-FFF2-40B4-BE49-F238E27FC236}">
                <a16:creationId xmlns:a16="http://schemas.microsoft.com/office/drawing/2014/main" id="{9BDA2151-4CA2-F7C7-03CF-7F746BF945F9}"/>
              </a:ext>
            </a:extLst>
          </p:cNvPr>
          <p:cNvPicPr/>
          <p:nvPr/>
        </p:nvPicPr>
        <p:blipFill>
          <a:blip r:embed="rId3" cstate="print"/>
          <a:stretch>
            <a:fillRect/>
          </a:stretch>
        </p:blipFill>
        <p:spPr>
          <a:xfrm>
            <a:off x="0" y="9524"/>
            <a:ext cx="4514849" cy="809625"/>
          </a:xfrm>
          <a:prstGeom prst="rect">
            <a:avLst/>
          </a:prstGeom>
        </p:spPr>
      </p:pic>
      <p:pic>
        <p:nvPicPr>
          <p:cNvPr id="4" name="Picture 3">
            <a:extLst>
              <a:ext uri="{FF2B5EF4-FFF2-40B4-BE49-F238E27FC236}">
                <a16:creationId xmlns:a16="http://schemas.microsoft.com/office/drawing/2014/main" id="{AB7CB8FD-AF4A-FA58-AA53-CE182595DC6D}"/>
              </a:ext>
            </a:extLst>
          </p:cNvPr>
          <p:cNvPicPr>
            <a:picLocks noChangeAspect="1"/>
          </p:cNvPicPr>
          <p:nvPr/>
        </p:nvPicPr>
        <p:blipFill>
          <a:blip r:embed="rId4"/>
          <a:stretch>
            <a:fillRect/>
          </a:stretch>
        </p:blipFill>
        <p:spPr>
          <a:xfrm>
            <a:off x="10668000" y="5295900"/>
            <a:ext cx="4191000" cy="3206544"/>
          </a:xfrm>
          <a:prstGeom prst="rect">
            <a:avLst/>
          </a:prstGeom>
        </p:spPr>
      </p:pic>
    </p:spTree>
    <p:extLst>
      <p:ext uri="{BB962C8B-B14F-4D97-AF65-F5344CB8AC3E}">
        <p14:creationId xmlns:p14="http://schemas.microsoft.com/office/powerpoint/2010/main" val="952306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B1CFB-FAD7-2A51-EC60-2DD1309C206B}"/>
              </a:ext>
            </a:extLst>
          </p:cNvPr>
          <p:cNvSpPr>
            <a:spLocks noGrp="1"/>
          </p:cNvSpPr>
          <p:nvPr>
            <p:ph type="title"/>
          </p:nvPr>
        </p:nvSpPr>
        <p:spPr/>
        <p:txBody>
          <a:bodyPr>
            <a:normAutofit/>
          </a:bodyPr>
          <a:lstStyle/>
          <a:p>
            <a:r>
              <a:rPr lang="en-US" sz="4400" dirty="0"/>
              <a:t>4. Who are the top 5 highest-paid employees?</a:t>
            </a:r>
            <a:endParaRPr lang="en-IN" sz="4400" dirty="0"/>
          </a:p>
        </p:txBody>
      </p:sp>
      <p:pic>
        <p:nvPicPr>
          <p:cNvPr id="8" name="object 12">
            <a:extLst>
              <a:ext uri="{FF2B5EF4-FFF2-40B4-BE49-F238E27FC236}">
                <a16:creationId xmlns:a16="http://schemas.microsoft.com/office/drawing/2014/main" id="{03861023-8110-4298-B156-0887E5497D61}"/>
              </a:ext>
            </a:extLst>
          </p:cNvPr>
          <p:cNvPicPr/>
          <p:nvPr/>
        </p:nvPicPr>
        <p:blipFill>
          <a:blip r:embed="rId2" cstate="print"/>
          <a:stretch>
            <a:fillRect/>
          </a:stretch>
        </p:blipFill>
        <p:spPr>
          <a:xfrm>
            <a:off x="0" y="9524"/>
            <a:ext cx="4514849" cy="809625"/>
          </a:xfrm>
          <a:prstGeom prst="rect">
            <a:avLst/>
          </a:prstGeom>
        </p:spPr>
      </p:pic>
      <p:pic>
        <p:nvPicPr>
          <p:cNvPr id="9" name="Content Placeholder 8">
            <a:extLst>
              <a:ext uri="{FF2B5EF4-FFF2-40B4-BE49-F238E27FC236}">
                <a16:creationId xmlns:a16="http://schemas.microsoft.com/office/drawing/2014/main" id="{AC4A99CB-B15E-EE0B-C6D7-56012378F29C}"/>
              </a:ext>
            </a:extLst>
          </p:cNvPr>
          <p:cNvPicPr>
            <a:picLocks noGrp="1" noChangeAspect="1"/>
          </p:cNvPicPr>
          <p:nvPr>
            <p:ph idx="1"/>
          </p:nvPr>
        </p:nvPicPr>
        <p:blipFill>
          <a:blip r:embed="rId3"/>
          <a:stretch>
            <a:fillRect/>
          </a:stretch>
        </p:blipFill>
        <p:spPr>
          <a:xfrm>
            <a:off x="2438400" y="4083050"/>
            <a:ext cx="6172200" cy="3429000"/>
          </a:xfrm>
          <a:prstGeom prst="rect">
            <a:avLst/>
          </a:prstGeom>
        </p:spPr>
      </p:pic>
      <p:pic>
        <p:nvPicPr>
          <p:cNvPr id="11" name="Picture 10">
            <a:extLst>
              <a:ext uri="{FF2B5EF4-FFF2-40B4-BE49-F238E27FC236}">
                <a16:creationId xmlns:a16="http://schemas.microsoft.com/office/drawing/2014/main" id="{D6439A9B-6B04-5EBA-8E45-8321D6292C08}"/>
              </a:ext>
            </a:extLst>
          </p:cNvPr>
          <p:cNvPicPr>
            <a:picLocks noChangeAspect="1"/>
          </p:cNvPicPr>
          <p:nvPr/>
        </p:nvPicPr>
        <p:blipFill>
          <a:blip r:embed="rId4"/>
          <a:stretch>
            <a:fillRect/>
          </a:stretch>
        </p:blipFill>
        <p:spPr>
          <a:xfrm>
            <a:off x="10820400" y="6030569"/>
            <a:ext cx="3657600" cy="2962961"/>
          </a:xfrm>
          <a:prstGeom prst="rect">
            <a:avLst/>
          </a:prstGeom>
        </p:spPr>
      </p:pic>
    </p:spTree>
    <p:extLst>
      <p:ext uri="{BB962C8B-B14F-4D97-AF65-F5344CB8AC3E}">
        <p14:creationId xmlns:p14="http://schemas.microsoft.com/office/powerpoint/2010/main" val="1904019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C1DD7-10FF-AF9B-D503-A27F94ADAE83}"/>
              </a:ext>
            </a:extLst>
          </p:cNvPr>
          <p:cNvSpPr>
            <a:spLocks noGrp="1"/>
          </p:cNvSpPr>
          <p:nvPr>
            <p:ph type="title"/>
          </p:nvPr>
        </p:nvSpPr>
        <p:spPr/>
        <p:txBody>
          <a:bodyPr>
            <a:normAutofit/>
          </a:bodyPr>
          <a:lstStyle/>
          <a:p>
            <a:r>
              <a:rPr lang="en-IN" sz="4400" dirty="0"/>
              <a:t>5. </a:t>
            </a:r>
            <a:r>
              <a:rPr lang="en-US" sz="4400" dirty="0"/>
              <a:t>What is the total salary expenditure across the company?</a:t>
            </a:r>
            <a:endParaRPr lang="en-IN" sz="4400" dirty="0"/>
          </a:p>
        </p:txBody>
      </p:sp>
      <p:pic>
        <p:nvPicPr>
          <p:cNvPr id="5" name="Content Placeholder 4">
            <a:extLst>
              <a:ext uri="{FF2B5EF4-FFF2-40B4-BE49-F238E27FC236}">
                <a16:creationId xmlns:a16="http://schemas.microsoft.com/office/drawing/2014/main" id="{6CD09D9B-AE39-E462-973F-0B73BD3D4BD8}"/>
              </a:ext>
            </a:extLst>
          </p:cNvPr>
          <p:cNvPicPr>
            <a:picLocks noGrp="1" noChangeAspect="1"/>
          </p:cNvPicPr>
          <p:nvPr>
            <p:ph idx="1"/>
          </p:nvPr>
        </p:nvPicPr>
        <p:blipFill>
          <a:blip r:embed="rId2"/>
          <a:stretch>
            <a:fillRect/>
          </a:stretch>
        </p:blipFill>
        <p:spPr>
          <a:xfrm>
            <a:off x="2286000" y="4152900"/>
            <a:ext cx="6553200" cy="1676400"/>
          </a:xfrm>
          <a:prstGeom prst="rect">
            <a:avLst/>
          </a:prstGeom>
        </p:spPr>
      </p:pic>
      <p:pic>
        <p:nvPicPr>
          <p:cNvPr id="7" name="Picture 6">
            <a:extLst>
              <a:ext uri="{FF2B5EF4-FFF2-40B4-BE49-F238E27FC236}">
                <a16:creationId xmlns:a16="http://schemas.microsoft.com/office/drawing/2014/main" id="{2F49FA96-514D-974E-B6E2-E328AB81D57F}"/>
              </a:ext>
            </a:extLst>
          </p:cNvPr>
          <p:cNvPicPr>
            <a:picLocks noChangeAspect="1"/>
          </p:cNvPicPr>
          <p:nvPr/>
        </p:nvPicPr>
        <p:blipFill>
          <a:blip r:embed="rId3"/>
          <a:stretch>
            <a:fillRect/>
          </a:stretch>
        </p:blipFill>
        <p:spPr>
          <a:xfrm>
            <a:off x="9906000" y="6515100"/>
            <a:ext cx="5715000" cy="1676400"/>
          </a:xfrm>
          <a:prstGeom prst="rect">
            <a:avLst/>
          </a:prstGeom>
        </p:spPr>
      </p:pic>
      <p:pic>
        <p:nvPicPr>
          <p:cNvPr id="8" name="object 12">
            <a:extLst>
              <a:ext uri="{FF2B5EF4-FFF2-40B4-BE49-F238E27FC236}">
                <a16:creationId xmlns:a16="http://schemas.microsoft.com/office/drawing/2014/main" id="{E41AACBF-DB7E-C6A7-F9F0-8DAE13C61BEC}"/>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14523833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F1725-C0DD-141E-4C2C-D139F588FB80}"/>
              </a:ext>
            </a:extLst>
          </p:cNvPr>
          <p:cNvSpPr>
            <a:spLocks noGrp="1"/>
          </p:cNvSpPr>
          <p:nvPr>
            <p:ph type="title"/>
          </p:nvPr>
        </p:nvSpPr>
        <p:spPr/>
        <p:txBody>
          <a:bodyPr>
            <a:normAutofit/>
          </a:bodyPr>
          <a:lstStyle/>
          <a:p>
            <a:r>
              <a:rPr lang="en-IN" sz="4400" dirty="0"/>
              <a:t>6. </a:t>
            </a:r>
            <a:r>
              <a:rPr lang="en-US" sz="4400" dirty="0"/>
              <a:t>How many different job roles exist in each department?</a:t>
            </a:r>
            <a:endParaRPr lang="en-IN" sz="4400" dirty="0"/>
          </a:p>
        </p:txBody>
      </p:sp>
      <p:pic>
        <p:nvPicPr>
          <p:cNvPr id="5" name="Content Placeholder 4">
            <a:extLst>
              <a:ext uri="{FF2B5EF4-FFF2-40B4-BE49-F238E27FC236}">
                <a16:creationId xmlns:a16="http://schemas.microsoft.com/office/drawing/2014/main" id="{FD260950-9F45-386C-2958-E37F07DFF754}"/>
              </a:ext>
            </a:extLst>
          </p:cNvPr>
          <p:cNvPicPr>
            <a:picLocks noGrp="1" noChangeAspect="1"/>
          </p:cNvPicPr>
          <p:nvPr>
            <p:ph idx="1"/>
          </p:nvPr>
        </p:nvPicPr>
        <p:blipFill>
          <a:blip r:embed="rId2"/>
          <a:stretch>
            <a:fillRect/>
          </a:stretch>
        </p:blipFill>
        <p:spPr>
          <a:xfrm>
            <a:off x="2286000" y="4076699"/>
            <a:ext cx="5562600" cy="1955801"/>
          </a:xfrm>
          <a:prstGeom prst="rect">
            <a:avLst/>
          </a:prstGeom>
        </p:spPr>
      </p:pic>
      <p:pic>
        <p:nvPicPr>
          <p:cNvPr id="8" name="object 12">
            <a:extLst>
              <a:ext uri="{FF2B5EF4-FFF2-40B4-BE49-F238E27FC236}">
                <a16:creationId xmlns:a16="http://schemas.microsoft.com/office/drawing/2014/main" id="{882EAEFB-32EE-24DF-794F-8363D3930F44}"/>
              </a:ext>
            </a:extLst>
          </p:cNvPr>
          <p:cNvPicPr/>
          <p:nvPr/>
        </p:nvPicPr>
        <p:blipFill>
          <a:blip r:embed="rId3" cstate="print"/>
          <a:stretch>
            <a:fillRect/>
          </a:stretch>
        </p:blipFill>
        <p:spPr>
          <a:xfrm>
            <a:off x="0" y="9524"/>
            <a:ext cx="4514849" cy="809625"/>
          </a:xfrm>
          <a:prstGeom prst="rect">
            <a:avLst/>
          </a:prstGeom>
        </p:spPr>
      </p:pic>
      <p:pic>
        <p:nvPicPr>
          <p:cNvPr id="4" name="Picture 3">
            <a:extLst>
              <a:ext uri="{FF2B5EF4-FFF2-40B4-BE49-F238E27FC236}">
                <a16:creationId xmlns:a16="http://schemas.microsoft.com/office/drawing/2014/main" id="{29075C0B-0D8D-179D-59F7-B5685C4D730E}"/>
              </a:ext>
            </a:extLst>
          </p:cNvPr>
          <p:cNvPicPr>
            <a:picLocks noChangeAspect="1"/>
          </p:cNvPicPr>
          <p:nvPr/>
        </p:nvPicPr>
        <p:blipFill>
          <a:blip r:embed="rId4"/>
          <a:stretch>
            <a:fillRect/>
          </a:stretch>
        </p:blipFill>
        <p:spPr>
          <a:xfrm>
            <a:off x="10058400" y="5448299"/>
            <a:ext cx="4953000" cy="3365501"/>
          </a:xfrm>
          <a:prstGeom prst="rect">
            <a:avLst/>
          </a:prstGeom>
        </p:spPr>
      </p:pic>
    </p:spTree>
    <p:extLst>
      <p:ext uri="{BB962C8B-B14F-4D97-AF65-F5344CB8AC3E}">
        <p14:creationId xmlns:p14="http://schemas.microsoft.com/office/powerpoint/2010/main" val="3265666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91F35-5661-44FA-A884-A0400BF680BC}"/>
              </a:ext>
            </a:extLst>
          </p:cNvPr>
          <p:cNvSpPr>
            <a:spLocks noGrp="1"/>
          </p:cNvSpPr>
          <p:nvPr>
            <p:ph type="title"/>
          </p:nvPr>
        </p:nvSpPr>
        <p:spPr/>
        <p:txBody>
          <a:bodyPr>
            <a:normAutofit/>
          </a:bodyPr>
          <a:lstStyle/>
          <a:p>
            <a:r>
              <a:rPr lang="en-IN" sz="4400" dirty="0"/>
              <a:t>7. </a:t>
            </a:r>
            <a:r>
              <a:rPr lang="en-US" sz="4400" dirty="0"/>
              <a:t>What is the average salary range per department?</a:t>
            </a:r>
            <a:endParaRPr lang="en-IN" sz="4400" dirty="0"/>
          </a:p>
        </p:txBody>
      </p:sp>
      <p:pic>
        <p:nvPicPr>
          <p:cNvPr id="6" name="object 12">
            <a:extLst>
              <a:ext uri="{FF2B5EF4-FFF2-40B4-BE49-F238E27FC236}">
                <a16:creationId xmlns:a16="http://schemas.microsoft.com/office/drawing/2014/main" id="{722FE2FA-857D-6CE1-CAD9-956232D7FF88}"/>
              </a:ext>
            </a:extLst>
          </p:cNvPr>
          <p:cNvPicPr/>
          <p:nvPr/>
        </p:nvPicPr>
        <p:blipFill>
          <a:blip r:embed="rId2" cstate="print"/>
          <a:stretch>
            <a:fillRect/>
          </a:stretch>
        </p:blipFill>
        <p:spPr>
          <a:xfrm>
            <a:off x="0" y="9524"/>
            <a:ext cx="4514849" cy="809625"/>
          </a:xfrm>
          <a:prstGeom prst="rect">
            <a:avLst/>
          </a:prstGeom>
        </p:spPr>
      </p:pic>
      <p:pic>
        <p:nvPicPr>
          <p:cNvPr id="9" name="Content Placeholder 4">
            <a:extLst>
              <a:ext uri="{FF2B5EF4-FFF2-40B4-BE49-F238E27FC236}">
                <a16:creationId xmlns:a16="http://schemas.microsoft.com/office/drawing/2014/main" id="{A438B9DE-1D5F-DF79-748A-4B8664F7B6B2}"/>
              </a:ext>
            </a:extLst>
          </p:cNvPr>
          <p:cNvPicPr>
            <a:picLocks noGrp="1" noChangeAspect="1"/>
          </p:cNvPicPr>
          <p:nvPr>
            <p:ph idx="1"/>
          </p:nvPr>
        </p:nvPicPr>
        <p:blipFill>
          <a:blip r:embed="rId3"/>
          <a:stretch>
            <a:fillRect/>
          </a:stretch>
        </p:blipFill>
        <p:spPr>
          <a:xfrm>
            <a:off x="2245134" y="4099027"/>
            <a:ext cx="6515097" cy="2895600"/>
          </a:xfrm>
          <a:prstGeom prst="rect">
            <a:avLst/>
          </a:prstGeom>
        </p:spPr>
      </p:pic>
      <p:pic>
        <p:nvPicPr>
          <p:cNvPr id="11" name="Picture 10">
            <a:extLst>
              <a:ext uri="{FF2B5EF4-FFF2-40B4-BE49-F238E27FC236}">
                <a16:creationId xmlns:a16="http://schemas.microsoft.com/office/drawing/2014/main" id="{BA0280DC-7270-AF0F-34E9-A9EAB344E78D}"/>
              </a:ext>
            </a:extLst>
          </p:cNvPr>
          <p:cNvPicPr>
            <a:picLocks noChangeAspect="1"/>
          </p:cNvPicPr>
          <p:nvPr/>
        </p:nvPicPr>
        <p:blipFill>
          <a:blip r:embed="rId4"/>
          <a:stretch>
            <a:fillRect/>
          </a:stretch>
        </p:blipFill>
        <p:spPr>
          <a:xfrm>
            <a:off x="10210800" y="5372100"/>
            <a:ext cx="4114800" cy="3690394"/>
          </a:xfrm>
          <a:prstGeom prst="rect">
            <a:avLst/>
          </a:prstGeom>
        </p:spPr>
      </p:pic>
    </p:spTree>
    <p:extLst>
      <p:ext uri="{BB962C8B-B14F-4D97-AF65-F5344CB8AC3E}">
        <p14:creationId xmlns:p14="http://schemas.microsoft.com/office/powerpoint/2010/main" val="39012186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3475A-F92E-2A6D-06BC-BA2C046D5EA9}"/>
              </a:ext>
            </a:extLst>
          </p:cNvPr>
          <p:cNvSpPr>
            <a:spLocks noGrp="1"/>
          </p:cNvSpPr>
          <p:nvPr>
            <p:ph type="title"/>
          </p:nvPr>
        </p:nvSpPr>
        <p:spPr/>
        <p:txBody>
          <a:bodyPr>
            <a:normAutofit/>
          </a:bodyPr>
          <a:lstStyle/>
          <a:p>
            <a:r>
              <a:rPr lang="en-IN" sz="4900" dirty="0"/>
              <a:t>8. </a:t>
            </a:r>
            <a:r>
              <a:rPr lang="en-US" sz="4900" dirty="0"/>
              <a:t>Which job roles offer the highest salary?</a:t>
            </a:r>
            <a:br>
              <a:rPr lang="en-US" dirty="0"/>
            </a:br>
            <a:endParaRPr lang="en-IN" dirty="0"/>
          </a:p>
        </p:txBody>
      </p:sp>
      <p:pic>
        <p:nvPicPr>
          <p:cNvPr id="7" name="Content Placeholder 6">
            <a:extLst>
              <a:ext uri="{FF2B5EF4-FFF2-40B4-BE49-F238E27FC236}">
                <a16:creationId xmlns:a16="http://schemas.microsoft.com/office/drawing/2014/main" id="{F771EA2D-BF9D-1C56-A8D3-145E7AE07A58}"/>
              </a:ext>
            </a:extLst>
          </p:cNvPr>
          <p:cNvPicPr>
            <a:picLocks noGrp="1" noChangeAspect="1"/>
          </p:cNvPicPr>
          <p:nvPr>
            <p:ph idx="1"/>
          </p:nvPr>
        </p:nvPicPr>
        <p:blipFill>
          <a:blip r:embed="rId2"/>
          <a:stretch>
            <a:fillRect/>
          </a:stretch>
        </p:blipFill>
        <p:spPr>
          <a:xfrm>
            <a:off x="2438400" y="4076700"/>
            <a:ext cx="6553200" cy="2667000"/>
          </a:xfrm>
          <a:prstGeom prst="rect">
            <a:avLst/>
          </a:prstGeom>
        </p:spPr>
      </p:pic>
      <p:pic>
        <p:nvPicPr>
          <p:cNvPr id="9" name="Picture 8">
            <a:extLst>
              <a:ext uri="{FF2B5EF4-FFF2-40B4-BE49-F238E27FC236}">
                <a16:creationId xmlns:a16="http://schemas.microsoft.com/office/drawing/2014/main" id="{E76E8D1B-5377-7182-8D8B-8770AEAC1803}"/>
              </a:ext>
            </a:extLst>
          </p:cNvPr>
          <p:cNvPicPr>
            <a:picLocks noChangeAspect="1"/>
          </p:cNvPicPr>
          <p:nvPr/>
        </p:nvPicPr>
        <p:blipFill>
          <a:blip r:embed="rId3"/>
          <a:stretch>
            <a:fillRect/>
          </a:stretch>
        </p:blipFill>
        <p:spPr>
          <a:xfrm>
            <a:off x="10820400" y="5524500"/>
            <a:ext cx="5181600" cy="3289301"/>
          </a:xfrm>
          <a:prstGeom prst="rect">
            <a:avLst/>
          </a:prstGeom>
        </p:spPr>
      </p:pic>
      <p:pic>
        <p:nvPicPr>
          <p:cNvPr id="10" name="object 12">
            <a:extLst>
              <a:ext uri="{FF2B5EF4-FFF2-40B4-BE49-F238E27FC236}">
                <a16:creationId xmlns:a16="http://schemas.microsoft.com/office/drawing/2014/main" id="{253EFCD6-4059-89EC-EE93-A784CBCD5EF2}"/>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42105444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35748-E297-C9C4-EFF1-34935855B8F7}"/>
              </a:ext>
            </a:extLst>
          </p:cNvPr>
          <p:cNvSpPr>
            <a:spLocks noGrp="1"/>
          </p:cNvSpPr>
          <p:nvPr>
            <p:ph type="title"/>
          </p:nvPr>
        </p:nvSpPr>
        <p:spPr/>
        <p:txBody>
          <a:bodyPr>
            <a:normAutofit/>
          </a:bodyPr>
          <a:lstStyle/>
          <a:p>
            <a:r>
              <a:rPr lang="en-IN" sz="4400" dirty="0"/>
              <a:t>9. </a:t>
            </a:r>
            <a:r>
              <a:rPr lang="en-US" sz="4400" dirty="0"/>
              <a:t>Which departments have the highest total salary allocation?</a:t>
            </a:r>
            <a:endParaRPr lang="en-IN" sz="4400" dirty="0"/>
          </a:p>
        </p:txBody>
      </p:sp>
      <p:pic>
        <p:nvPicPr>
          <p:cNvPr id="5" name="Content Placeholder 4">
            <a:extLst>
              <a:ext uri="{FF2B5EF4-FFF2-40B4-BE49-F238E27FC236}">
                <a16:creationId xmlns:a16="http://schemas.microsoft.com/office/drawing/2014/main" id="{9051842A-5F55-26C7-189B-B226544CCC2F}"/>
              </a:ext>
            </a:extLst>
          </p:cNvPr>
          <p:cNvPicPr>
            <a:picLocks noGrp="1" noChangeAspect="1"/>
          </p:cNvPicPr>
          <p:nvPr>
            <p:ph idx="1"/>
          </p:nvPr>
        </p:nvPicPr>
        <p:blipFill>
          <a:blip r:embed="rId2"/>
          <a:stretch>
            <a:fillRect/>
          </a:stretch>
        </p:blipFill>
        <p:spPr>
          <a:xfrm>
            <a:off x="3048000" y="4076700"/>
            <a:ext cx="5410200" cy="2514600"/>
          </a:xfrm>
          <a:prstGeom prst="rect">
            <a:avLst/>
          </a:prstGeom>
        </p:spPr>
      </p:pic>
      <p:pic>
        <p:nvPicPr>
          <p:cNvPr id="7" name="Picture 6">
            <a:extLst>
              <a:ext uri="{FF2B5EF4-FFF2-40B4-BE49-F238E27FC236}">
                <a16:creationId xmlns:a16="http://schemas.microsoft.com/office/drawing/2014/main" id="{4B14D3EF-88EA-AB18-F6EC-4545BBB1194D}"/>
              </a:ext>
            </a:extLst>
          </p:cNvPr>
          <p:cNvPicPr>
            <a:picLocks noChangeAspect="1"/>
          </p:cNvPicPr>
          <p:nvPr/>
        </p:nvPicPr>
        <p:blipFill>
          <a:blip r:embed="rId3"/>
          <a:stretch>
            <a:fillRect/>
          </a:stretch>
        </p:blipFill>
        <p:spPr>
          <a:xfrm>
            <a:off x="10668000" y="5676900"/>
            <a:ext cx="3276600" cy="3106175"/>
          </a:xfrm>
          <a:prstGeom prst="rect">
            <a:avLst/>
          </a:prstGeom>
        </p:spPr>
      </p:pic>
      <p:pic>
        <p:nvPicPr>
          <p:cNvPr id="8" name="object 12">
            <a:extLst>
              <a:ext uri="{FF2B5EF4-FFF2-40B4-BE49-F238E27FC236}">
                <a16:creationId xmlns:a16="http://schemas.microsoft.com/office/drawing/2014/main" id="{87922965-015F-EB36-6D5D-02FD1457E59B}"/>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23403527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551F4-8879-53FD-A4DD-AEB7F8CE816E}"/>
              </a:ext>
            </a:extLst>
          </p:cNvPr>
          <p:cNvSpPr>
            <a:spLocks noGrp="1"/>
          </p:cNvSpPr>
          <p:nvPr>
            <p:ph type="title"/>
          </p:nvPr>
        </p:nvSpPr>
        <p:spPr/>
        <p:txBody>
          <a:bodyPr>
            <a:normAutofit/>
          </a:bodyPr>
          <a:lstStyle/>
          <a:p>
            <a:r>
              <a:rPr lang="en-IN" sz="4400" dirty="0"/>
              <a:t>10. </a:t>
            </a:r>
            <a:r>
              <a:rPr lang="en-US" sz="4400" dirty="0"/>
              <a:t>How many employees have at least one qualification listed?</a:t>
            </a:r>
            <a:endParaRPr lang="en-IN" sz="4400" dirty="0"/>
          </a:p>
        </p:txBody>
      </p:sp>
      <p:pic>
        <p:nvPicPr>
          <p:cNvPr id="5" name="Content Placeholder 4">
            <a:extLst>
              <a:ext uri="{FF2B5EF4-FFF2-40B4-BE49-F238E27FC236}">
                <a16:creationId xmlns:a16="http://schemas.microsoft.com/office/drawing/2014/main" id="{5F35030C-F7BC-40B2-4BFC-AC37A135CCE7}"/>
              </a:ext>
            </a:extLst>
          </p:cNvPr>
          <p:cNvPicPr>
            <a:picLocks noGrp="1" noChangeAspect="1"/>
          </p:cNvPicPr>
          <p:nvPr>
            <p:ph idx="1"/>
          </p:nvPr>
        </p:nvPicPr>
        <p:blipFill>
          <a:blip r:embed="rId2"/>
          <a:stretch>
            <a:fillRect/>
          </a:stretch>
        </p:blipFill>
        <p:spPr>
          <a:xfrm>
            <a:off x="2286000" y="4165599"/>
            <a:ext cx="6629400" cy="1955801"/>
          </a:xfrm>
          <a:prstGeom prst="rect">
            <a:avLst/>
          </a:prstGeom>
        </p:spPr>
      </p:pic>
      <p:pic>
        <p:nvPicPr>
          <p:cNvPr id="7" name="Picture 6">
            <a:extLst>
              <a:ext uri="{FF2B5EF4-FFF2-40B4-BE49-F238E27FC236}">
                <a16:creationId xmlns:a16="http://schemas.microsoft.com/office/drawing/2014/main" id="{C6096679-5E0C-BC19-B2C5-03DB8E242680}"/>
              </a:ext>
            </a:extLst>
          </p:cNvPr>
          <p:cNvPicPr>
            <a:picLocks noChangeAspect="1"/>
          </p:cNvPicPr>
          <p:nvPr/>
        </p:nvPicPr>
        <p:blipFill>
          <a:blip r:embed="rId3"/>
          <a:stretch>
            <a:fillRect/>
          </a:stretch>
        </p:blipFill>
        <p:spPr>
          <a:xfrm>
            <a:off x="9153832" y="6378677"/>
            <a:ext cx="5715000" cy="2435124"/>
          </a:xfrm>
          <a:prstGeom prst="rect">
            <a:avLst/>
          </a:prstGeom>
        </p:spPr>
      </p:pic>
      <p:pic>
        <p:nvPicPr>
          <p:cNvPr id="8" name="object 12">
            <a:extLst>
              <a:ext uri="{FF2B5EF4-FFF2-40B4-BE49-F238E27FC236}">
                <a16:creationId xmlns:a16="http://schemas.microsoft.com/office/drawing/2014/main" id="{3FC5E11B-ADE6-6218-AD6F-D17734FC7FF5}"/>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2503697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D79ED-2041-372B-B2D2-94DB41FEA4F7}"/>
              </a:ext>
            </a:extLst>
          </p:cNvPr>
          <p:cNvSpPr>
            <a:spLocks noGrp="1"/>
          </p:cNvSpPr>
          <p:nvPr>
            <p:ph type="title"/>
          </p:nvPr>
        </p:nvSpPr>
        <p:spPr/>
        <p:txBody>
          <a:bodyPr>
            <a:normAutofit/>
          </a:bodyPr>
          <a:lstStyle/>
          <a:p>
            <a:r>
              <a:rPr lang="en-IN" sz="4400" dirty="0"/>
              <a:t>11. </a:t>
            </a:r>
            <a:r>
              <a:rPr lang="en-US" sz="4400" dirty="0"/>
              <a:t>Which positions require the most qualifications?</a:t>
            </a:r>
            <a:endParaRPr lang="en-IN" sz="4400" dirty="0"/>
          </a:p>
        </p:txBody>
      </p:sp>
      <p:pic>
        <p:nvPicPr>
          <p:cNvPr id="5" name="Content Placeholder 4">
            <a:extLst>
              <a:ext uri="{FF2B5EF4-FFF2-40B4-BE49-F238E27FC236}">
                <a16:creationId xmlns:a16="http://schemas.microsoft.com/office/drawing/2014/main" id="{8982E064-BD6C-DE87-1FF5-EE10DBE95BFC}"/>
              </a:ext>
            </a:extLst>
          </p:cNvPr>
          <p:cNvPicPr>
            <a:picLocks noGrp="1" noChangeAspect="1"/>
          </p:cNvPicPr>
          <p:nvPr>
            <p:ph idx="1"/>
          </p:nvPr>
        </p:nvPicPr>
        <p:blipFill>
          <a:blip r:embed="rId2"/>
          <a:stretch>
            <a:fillRect/>
          </a:stretch>
        </p:blipFill>
        <p:spPr>
          <a:xfrm>
            <a:off x="2286000" y="3999743"/>
            <a:ext cx="5943600" cy="2287514"/>
          </a:xfrm>
          <a:prstGeom prst="rect">
            <a:avLst/>
          </a:prstGeom>
        </p:spPr>
      </p:pic>
      <p:pic>
        <p:nvPicPr>
          <p:cNvPr id="7" name="Picture 6">
            <a:extLst>
              <a:ext uri="{FF2B5EF4-FFF2-40B4-BE49-F238E27FC236}">
                <a16:creationId xmlns:a16="http://schemas.microsoft.com/office/drawing/2014/main" id="{2CDA914E-416E-4C99-06DF-7665679B5691}"/>
              </a:ext>
            </a:extLst>
          </p:cNvPr>
          <p:cNvPicPr>
            <a:picLocks noChangeAspect="1"/>
          </p:cNvPicPr>
          <p:nvPr/>
        </p:nvPicPr>
        <p:blipFill>
          <a:blip r:embed="rId3"/>
          <a:stretch>
            <a:fillRect/>
          </a:stretch>
        </p:blipFill>
        <p:spPr>
          <a:xfrm>
            <a:off x="9677400" y="5422902"/>
            <a:ext cx="5257800" cy="3352799"/>
          </a:xfrm>
          <a:prstGeom prst="rect">
            <a:avLst/>
          </a:prstGeom>
        </p:spPr>
      </p:pic>
      <p:pic>
        <p:nvPicPr>
          <p:cNvPr id="8" name="object 12">
            <a:extLst>
              <a:ext uri="{FF2B5EF4-FFF2-40B4-BE49-F238E27FC236}">
                <a16:creationId xmlns:a16="http://schemas.microsoft.com/office/drawing/2014/main" id="{20DEA222-6BA9-B140-7FD4-B5415EBEDFFE}"/>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3022917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47317-D16D-70A6-9372-9B20AEDA0291}"/>
              </a:ext>
            </a:extLst>
          </p:cNvPr>
          <p:cNvSpPr>
            <a:spLocks noGrp="1"/>
          </p:cNvSpPr>
          <p:nvPr>
            <p:ph type="title"/>
          </p:nvPr>
        </p:nvSpPr>
        <p:spPr/>
        <p:txBody>
          <a:bodyPr>
            <a:normAutofit/>
          </a:bodyPr>
          <a:lstStyle/>
          <a:p>
            <a:r>
              <a:rPr lang="en-IN" sz="4400" dirty="0"/>
              <a:t>12. </a:t>
            </a:r>
            <a:r>
              <a:rPr lang="en-US" sz="4400" dirty="0"/>
              <a:t>Which employees have the highest number of qualifications?</a:t>
            </a:r>
            <a:endParaRPr lang="en-IN" sz="4400" dirty="0"/>
          </a:p>
        </p:txBody>
      </p:sp>
      <p:pic>
        <p:nvPicPr>
          <p:cNvPr id="5" name="Content Placeholder 4">
            <a:extLst>
              <a:ext uri="{FF2B5EF4-FFF2-40B4-BE49-F238E27FC236}">
                <a16:creationId xmlns:a16="http://schemas.microsoft.com/office/drawing/2014/main" id="{378E7B8A-E463-357B-EC35-656B8163A2E8}"/>
              </a:ext>
            </a:extLst>
          </p:cNvPr>
          <p:cNvPicPr>
            <a:picLocks noGrp="1" noChangeAspect="1"/>
          </p:cNvPicPr>
          <p:nvPr>
            <p:ph idx="1"/>
          </p:nvPr>
        </p:nvPicPr>
        <p:blipFill>
          <a:blip r:embed="rId2"/>
          <a:stretch>
            <a:fillRect/>
          </a:stretch>
        </p:blipFill>
        <p:spPr>
          <a:xfrm>
            <a:off x="2362200" y="4076700"/>
            <a:ext cx="6477000" cy="2971800"/>
          </a:xfrm>
          <a:prstGeom prst="rect">
            <a:avLst/>
          </a:prstGeom>
        </p:spPr>
      </p:pic>
      <p:pic>
        <p:nvPicPr>
          <p:cNvPr id="7" name="Picture 6">
            <a:extLst>
              <a:ext uri="{FF2B5EF4-FFF2-40B4-BE49-F238E27FC236}">
                <a16:creationId xmlns:a16="http://schemas.microsoft.com/office/drawing/2014/main" id="{8B27A8A7-2981-2BF9-93E4-4E1B401AC2C1}"/>
              </a:ext>
            </a:extLst>
          </p:cNvPr>
          <p:cNvPicPr>
            <a:picLocks noChangeAspect="1"/>
          </p:cNvPicPr>
          <p:nvPr/>
        </p:nvPicPr>
        <p:blipFill>
          <a:blip r:embed="rId3"/>
          <a:stretch>
            <a:fillRect/>
          </a:stretch>
        </p:blipFill>
        <p:spPr>
          <a:xfrm>
            <a:off x="11049000" y="5541706"/>
            <a:ext cx="4267200" cy="3429000"/>
          </a:xfrm>
          <a:prstGeom prst="rect">
            <a:avLst/>
          </a:prstGeom>
        </p:spPr>
      </p:pic>
      <p:pic>
        <p:nvPicPr>
          <p:cNvPr id="8" name="object 12">
            <a:extLst>
              <a:ext uri="{FF2B5EF4-FFF2-40B4-BE49-F238E27FC236}">
                <a16:creationId xmlns:a16="http://schemas.microsoft.com/office/drawing/2014/main" id="{BDBA5FA2-8E0B-437B-0EE3-73E7E2643E9D}"/>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13948590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75DB4-D350-033D-C3C0-2207D599CEE5}"/>
              </a:ext>
            </a:extLst>
          </p:cNvPr>
          <p:cNvSpPr>
            <a:spLocks noGrp="1"/>
          </p:cNvSpPr>
          <p:nvPr>
            <p:ph type="title"/>
          </p:nvPr>
        </p:nvSpPr>
        <p:spPr/>
        <p:txBody>
          <a:bodyPr>
            <a:normAutofit/>
          </a:bodyPr>
          <a:lstStyle/>
          <a:p>
            <a:r>
              <a:rPr lang="en-IN" sz="4900" dirty="0"/>
              <a:t>13. </a:t>
            </a:r>
            <a:r>
              <a:rPr lang="en-US" sz="4900" dirty="0"/>
              <a:t>Which year had the most employees taking leaves?</a:t>
            </a:r>
            <a:br>
              <a:rPr lang="en-US" dirty="0"/>
            </a:br>
            <a:endParaRPr lang="en-IN" dirty="0"/>
          </a:p>
        </p:txBody>
      </p:sp>
      <p:pic>
        <p:nvPicPr>
          <p:cNvPr id="5" name="Content Placeholder 4">
            <a:extLst>
              <a:ext uri="{FF2B5EF4-FFF2-40B4-BE49-F238E27FC236}">
                <a16:creationId xmlns:a16="http://schemas.microsoft.com/office/drawing/2014/main" id="{871A40A1-61B0-359E-634D-3DF5C7D5CB18}"/>
              </a:ext>
            </a:extLst>
          </p:cNvPr>
          <p:cNvPicPr>
            <a:picLocks noGrp="1" noChangeAspect="1"/>
          </p:cNvPicPr>
          <p:nvPr>
            <p:ph idx="1"/>
          </p:nvPr>
        </p:nvPicPr>
        <p:blipFill>
          <a:blip r:embed="rId2"/>
          <a:stretch>
            <a:fillRect/>
          </a:stretch>
        </p:blipFill>
        <p:spPr>
          <a:xfrm>
            <a:off x="2819400" y="3991691"/>
            <a:ext cx="5257800" cy="2303617"/>
          </a:xfrm>
          <a:prstGeom prst="rect">
            <a:avLst/>
          </a:prstGeom>
        </p:spPr>
      </p:pic>
      <p:pic>
        <p:nvPicPr>
          <p:cNvPr id="7" name="Picture 6">
            <a:extLst>
              <a:ext uri="{FF2B5EF4-FFF2-40B4-BE49-F238E27FC236}">
                <a16:creationId xmlns:a16="http://schemas.microsoft.com/office/drawing/2014/main" id="{686B3A5C-B7CD-7FAE-8FC9-C071A36E5B27}"/>
              </a:ext>
            </a:extLst>
          </p:cNvPr>
          <p:cNvPicPr>
            <a:picLocks noChangeAspect="1"/>
          </p:cNvPicPr>
          <p:nvPr/>
        </p:nvPicPr>
        <p:blipFill>
          <a:blip r:embed="rId3"/>
          <a:stretch>
            <a:fillRect/>
          </a:stretch>
        </p:blipFill>
        <p:spPr>
          <a:xfrm>
            <a:off x="9906000" y="6134100"/>
            <a:ext cx="3276600" cy="2303618"/>
          </a:xfrm>
          <a:prstGeom prst="rect">
            <a:avLst/>
          </a:prstGeom>
        </p:spPr>
      </p:pic>
      <p:pic>
        <p:nvPicPr>
          <p:cNvPr id="8" name="object 12">
            <a:extLst>
              <a:ext uri="{FF2B5EF4-FFF2-40B4-BE49-F238E27FC236}">
                <a16:creationId xmlns:a16="http://schemas.microsoft.com/office/drawing/2014/main" id="{95EE0E9C-A53D-A037-3790-AC17906EFDEF}"/>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3985628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D849D-8A2B-BA07-3D60-16B4D8E802FB}"/>
              </a:ext>
            </a:extLst>
          </p:cNvPr>
          <p:cNvSpPr>
            <a:spLocks noGrp="1"/>
          </p:cNvSpPr>
          <p:nvPr>
            <p:ph type="title"/>
          </p:nvPr>
        </p:nvSpPr>
        <p:spPr/>
        <p:txBody>
          <a:bodyPr>
            <a:normAutofit/>
          </a:bodyPr>
          <a:lstStyle/>
          <a:p>
            <a:r>
              <a:rPr lang="en-IN" sz="4400" dirty="0"/>
              <a:t>14. </a:t>
            </a:r>
            <a:r>
              <a:rPr lang="en-US" sz="4400" dirty="0">
                <a:latin typeface="Times New Roman" panose="02020603050405020304" pitchFamily="18" charset="0"/>
                <a:cs typeface="Times New Roman" panose="02020603050405020304" pitchFamily="18" charset="0"/>
              </a:rPr>
              <a:t>What is the average number of leave days taken by its employees per department?</a:t>
            </a:r>
            <a:endParaRPr lang="en-IN" sz="44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BF085CF3-B2E9-16A8-90F1-1BD6C3ADA99F}"/>
              </a:ext>
            </a:extLst>
          </p:cNvPr>
          <p:cNvPicPr>
            <a:picLocks noGrp="1" noChangeAspect="1"/>
          </p:cNvPicPr>
          <p:nvPr>
            <p:ph idx="1"/>
          </p:nvPr>
        </p:nvPicPr>
        <p:blipFill>
          <a:blip r:embed="rId2"/>
          <a:stretch>
            <a:fillRect/>
          </a:stretch>
        </p:blipFill>
        <p:spPr>
          <a:xfrm>
            <a:off x="2362200" y="4000500"/>
            <a:ext cx="7620000" cy="3276600"/>
          </a:xfrm>
          <a:prstGeom prst="rect">
            <a:avLst/>
          </a:prstGeom>
        </p:spPr>
      </p:pic>
      <p:pic>
        <p:nvPicPr>
          <p:cNvPr id="8" name="object 12">
            <a:extLst>
              <a:ext uri="{FF2B5EF4-FFF2-40B4-BE49-F238E27FC236}">
                <a16:creationId xmlns:a16="http://schemas.microsoft.com/office/drawing/2014/main" id="{22808F8C-8CD4-93D3-CF6B-99C218304BD7}"/>
              </a:ext>
            </a:extLst>
          </p:cNvPr>
          <p:cNvPicPr/>
          <p:nvPr/>
        </p:nvPicPr>
        <p:blipFill>
          <a:blip r:embed="rId3" cstate="print"/>
          <a:stretch>
            <a:fillRect/>
          </a:stretch>
        </p:blipFill>
        <p:spPr>
          <a:xfrm>
            <a:off x="0" y="9524"/>
            <a:ext cx="4514849" cy="809625"/>
          </a:xfrm>
          <a:prstGeom prst="rect">
            <a:avLst/>
          </a:prstGeom>
        </p:spPr>
      </p:pic>
      <p:pic>
        <p:nvPicPr>
          <p:cNvPr id="4" name="Picture 3">
            <a:extLst>
              <a:ext uri="{FF2B5EF4-FFF2-40B4-BE49-F238E27FC236}">
                <a16:creationId xmlns:a16="http://schemas.microsoft.com/office/drawing/2014/main" id="{AC74FEF2-83C5-1CF1-D9BE-1B13BA324824}"/>
              </a:ext>
            </a:extLst>
          </p:cNvPr>
          <p:cNvPicPr>
            <a:picLocks noChangeAspect="1"/>
          </p:cNvPicPr>
          <p:nvPr/>
        </p:nvPicPr>
        <p:blipFill>
          <a:blip r:embed="rId4"/>
          <a:stretch>
            <a:fillRect/>
          </a:stretch>
        </p:blipFill>
        <p:spPr>
          <a:xfrm>
            <a:off x="12344400" y="5129981"/>
            <a:ext cx="3391088" cy="3836738"/>
          </a:xfrm>
          <a:prstGeom prst="rect">
            <a:avLst/>
          </a:prstGeom>
        </p:spPr>
      </p:pic>
    </p:spTree>
    <p:extLst>
      <p:ext uri="{BB962C8B-B14F-4D97-AF65-F5344CB8AC3E}">
        <p14:creationId xmlns:p14="http://schemas.microsoft.com/office/powerpoint/2010/main" val="10844373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384CD-5AFA-F5C0-8EF6-6A0F32FE83E2}"/>
              </a:ext>
            </a:extLst>
          </p:cNvPr>
          <p:cNvSpPr>
            <a:spLocks noGrp="1"/>
          </p:cNvSpPr>
          <p:nvPr>
            <p:ph type="title"/>
          </p:nvPr>
        </p:nvSpPr>
        <p:spPr/>
        <p:txBody>
          <a:bodyPr>
            <a:normAutofit/>
          </a:bodyPr>
          <a:lstStyle/>
          <a:p>
            <a:r>
              <a:rPr lang="en-IN" sz="4400" dirty="0"/>
              <a:t>15. </a:t>
            </a:r>
            <a:r>
              <a:rPr lang="en-US" sz="4400" dirty="0"/>
              <a:t>Which employees have taken the most leaves?</a:t>
            </a:r>
            <a:endParaRPr lang="en-IN" sz="4400" dirty="0"/>
          </a:p>
        </p:txBody>
      </p:sp>
      <p:pic>
        <p:nvPicPr>
          <p:cNvPr id="5" name="Content Placeholder 4">
            <a:extLst>
              <a:ext uri="{FF2B5EF4-FFF2-40B4-BE49-F238E27FC236}">
                <a16:creationId xmlns:a16="http://schemas.microsoft.com/office/drawing/2014/main" id="{14E84DDB-230D-C5B0-6C5C-4A01C07A8242}"/>
              </a:ext>
            </a:extLst>
          </p:cNvPr>
          <p:cNvPicPr>
            <a:picLocks noGrp="1" noChangeAspect="1"/>
          </p:cNvPicPr>
          <p:nvPr>
            <p:ph idx="1"/>
          </p:nvPr>
        </p:nvPicPr>
        <p:blipFill>
          <a:blip r:embed="rId2"/>
          <a:stretch>
            <a:fillRect/>
          </a:stretch>
        </p:blipFill>
        <p:spPr>
          <a:xfrm>
            <a:off x="3048000" y="4152900"/>
            <a:ext cx="5410200" cy="2400301"/>
          </a:xfrm>
          <a:prstGeom prst="rect">
            <a:avLst/>
          </a:prstGeom>
        </p:spPr>
      </p:pic>
      <p:pic>
        <p:nvPicPr>
          <p:cNvPr id="7" name="Picture 6">
            <a:extLst>
              <a:ext uri="{FF2B5EF4-FFF2-40B4-BE49-F238E27FC236}">
                <a16:creationId xmlns:a16="http://schemas.microsoft.com/office/drawing/2014/main" id="{4DD843D2-BFC4-579C-DFFF-91B8EDD78453}"/>
              </a:ext>
            </a:extLst>
          </p:cNvPr>
          <p:cNvPicPr>
            <a:picLocks noChangeAspect="1"/>
          </p:cNvPicPr>
          <p:nvPr/>
        </p:nvPicPr>
        <p:blipFill>
          <a:blip r:embed="rId3"/>
          <a:stretch>
            <a:fillRect/>
          </a:stretch>
        </p:blipFill>
        <p:spPr>
          <a:xfrm>
            <a:off x="10397615" y="5973507"/>
            <a:ext cx="4191000" cy="2819400"/>
          </a:xfrm>
          <a:prstGeom prst="rect">
            <a:avLst/>
          </a:prstGeom>
        </p:spPr>
      </p:pic>
      <p:pic>
        <p:nvPicPr>
          <p:cNvPr id="8" name="object 12">
            <a:extLst>
              <a:ext uri="{FF2B5EF4-FFF2-40B4-BE49-F238E27FC236}">
                <a16:creationId xmlns:a16="http://schemas.microsoft.com/office/drawing/2014/main" id="{F287DAD9-F4C6-258C-9740-6B22D07C1D5D}"/>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3345554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50AD9-5894-1F4E-6288-44DE2B476F8B}"/>
              </a:ext>
            </a:extLst>
          </p:cNvPr>
          <p:cNvSpPr>
            <a:spLocks noGrp="1"/>
          </p:cNvSpPr>
          <p:nvPr>
            <p:ph type="title"/>
          </p:nvPr>
        </p:nvSpPr>
        <p:spPr/>
        <p:txBody>
          <a:bodyPr>
            <a:normAutofit/>
          </a:bodyPr>
          <a:lstStyle/>
          <a:p>
            <a:r>
              <a:rPr lang="en-IN" sz="4400" dirty="0"/>
              <a:t>16. </a:t>
            </a:r>
            <a:r>
              <a:rPr lang="en-US" sz="4400" dirty="0"/>
              <a:t>What is the total number of leave days taken company-wide?</a:t>
            </a:r>
            <a:endParaRPr lang="en-IN" sz="4400" dirty="0"/>
          </a:p>
        </p:txBody>
      </p:sp>
      <p:pic>
        <p:nvPicPr>
          <p:cNvPr id="5" name="Content Placeholder 4">
            <a:extLst>
              <a:ext uri="{FF2B5EF4-FFF2-40B4-BE49-F238E27FC236}">
                <a16:creationId xmlns:a16="http://schemas.microsoft.com/office/drawing/2014/main" id="{907ADCF3-CA3A-9622-DF71-752C9F572CC9}"/>
              </a:ext>
            </a:extLst>
          </p:cNvPr>
          <p:cNvPicPr>
            <a:picLocks noGrp="1" noChangeAspect="1"/>
          </p:cNvPicPr>
          <p:nvPr>
            <p:ph idx="1"/>
          </p:nvPr>
        </p:nvPicPr>
        <p:blipFill>
          <a:blip r:embed="rId2"/>
          <a:stretch>
            <a:fillRect/>
          </a:stretch>
        </p:blipFill>
        <p:spPr>
          <a:xfrm>
            <a:off x="3276600" y="4267200"/>
            <a:ext cx="4114800" cy="1752600"/>
          </a:xfrm>
          <a:prstGeom prst="rect">
            <a:avLst/>
          </a:prstGeom>
        </p:spPr>
      </p:pic>
      <p:pic>
        <p:nvPicPr>
          <p:cNvPr id="7" name="Picture 6">
            <a:extLst>
              <a:ext uri="{FF2B5EF4-FFF2-40B4-BE49-F238E27FC236}">
                <a16:creationId xmlns:a16="http://schemas.microsoft.com/office/drawing/2014/main" id="{E1F7567C-2C27-3849-4AB1-DF868E6A90E5}"/>
              </a:ext>
            </a:extLst>
          </p:cNvPr>
          <p:cNvPicPr>
            <a:picLocks noChangeAspect="1"/>
          </p:cNvPicPr>
          <p:nvPr/>
        </p:nvPicPr>
        <p:blipFill>
          <a:blip r:embed="rId3"/>
          <a:stretch>
            <a:fillRect/>
          </a:stretch>
        </p:blipFill>
        <p:spPr>
          <a:xfrm>
            <a:off x="8915400" y="6571657"/>
            <a:ext cx="4114800" cy="2156499"/>
          </a:xfrm>
          <a:prstGeom prst="rect">
            <a:avLst/>
          </a:prstGeom>
        </p:spPr>
      </p:pic>
      <p:pic>
        <p:nvPicPr>
          <p:cNvPr id="8" name="object 12">
            <a:extLst>
              <a:ext uri="{FF2B5EF4-FFF2-40B4-BE49-F238E27FC236}">
                <a16:creationId xmlns:a16="http://schemas.microsoft.com/office/drawing/2014/main" id="{FB71371B-B092-F658-3D87-C918CE40A654}"/>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26723743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940F4-9C5D-0068-8805-8ED987D66989}"/>
              </a:ext>
            </a:extLst>
          </p:cNvPr>
          <p:cNvSpPr>
            <a:spLocks noGrp="1"/>
          </p:cNvSpPr>
          <p:nvPr>
            <p:ph type="title"/>
          </p:nvPr>
        </p:nvSpPr>
        <p:spPr/>
        <p:txBody>
          <a:bodyPr>
            <a:normAutofit/>
          </a:bodyPr>
          <a:lstStyle/>
          <a:p>
            <a:r>
              <a:rPr lang="en-IN" sz="4400" dirty="0"/>
              <a:t>17. </a:t>
            </a:r>
            <a:r>
              <a:rPr lang="en-US" sz="4400" dirty="0"/>
              <a:t>How do leave days correlate with payroll amounts?</a:t>
            </a:r>
            <a:endParaRPr lang="en-IN" sz="4400" dirty="0"/>
          </a:p>
        </p:txBody>
      </p:sp>
      <p:pic>
        <p:nvPicPr>
          <p:cNvPr id="18" name="Content Placeholder 17">
            <a:extLst>
              <a:ext uri="{FF2B5EF4-FFF2-40B4-BE49-F238E27FC236}">
                <a16:creationId xmlns:a16="http://schemas.microsoft.com/office/drawing/2014/main" id="{5A9508E6-067C-5307-E937-23E70377811C}"/>
              </a:ext>
            </a:extLst>
          </p:cNvPr>
          <p:cNvPicPr>
            <a:picLocks noGrp="1" noChangeAspect="1"/>
          </p:cNvPicPr>
          <p:nvPr>
            <p:ph idx="1"/>
          </p:nvPr>
        </p:nvPicPr>
        <p:blipFill>
          <a:blip r:embed="rId2"/>
          <a:stretch>
            <a:fillRect/>
          </a:stretch>
        </p:blipFill>
        <p:spPr>
          <a:xfrm>
            <a:off x="2362200" y="4000500"/>
            <a:ext cx="7010400" cy="3124200"/>
          </a:xfrm>
          <a:prstGeom prst="rect">
            <a:avLst/>
          </a:prstGeom>
        </p:spPr>
      </p:pic>
      <p:pic>
        <p:nvPicPr>
          <p:cNvPr id="20" name="Picture 19">
            <a:extLst>
              <a:ext uri="{FF2B5EF4-FFF2-40B4-BE49-F238E27FC236}">
                <a16:creationId xmlns:a16="http://schemas.microsoft.com/office/drawing/2014/main" id="{2AE861BA-EC4C-9018-60E3-12048253C27F}"/>
              </a:ext>
            </a:extLst>
          </p:cNvPr>
          <p:cNvPicPr>
            <a:picLocks noChangeAspect="1"/>
          </p:cNvPicPr>
          <p:nvPr/>
        </p:nvPicPr>
        <p:blipFill>
          <a:blip r:embed="rId3"/>
          <a:stretch>
            <a:fillRect/>
          </a:stretch>
        </p:blipFill>
        <p:spPr>
          <a:xfrm>
            <a:off x="10170239" y="5749824"/>
            <a:ext cx="6159910" cy="3124200"/>
          </a:xfrm>
          <a:prstGeom prst="rect">
            <a:avLst/>
          </a:prstGeom>
        </p:spPr>
      </p:pic>
      <p:pic>
        <p:nvPicPr>
          <p:cNvPr id="21" name="object 12">
            <a:extLst>
              <a:ext uri="{FF2B5EF4-FFF2-40B4-BE49-F238E27FC236}">
                <a16:creationId xmlns:a16="http://schemas.microsoft.com/office/drawing/2014/main" id="{763E01FB-6069-1892-0365-F2AE58AB8CCD}"/>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42095652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4AE26-9AD6-A897-EB5C-223D553EA705}"/>
              </a:ext>
            </a:extLst>
          </p:cNvPr>
          <p:cNvSpPr>
            <a:spLocks noGrp="1"/>
          </p:cNvSpPr>
          <p:nvPr>
            <p:ph type="title"/>
          </p:nvPr>
        </p:nvSpPr>
        <p:spPr/>
        <p:txBody>
          <a:bodyPr>
            <a:normAutofit/>
          </a:bodyPr>
          <a:lstStyle/>
          <a:p>
            <a:r>
              <a:rPr lang="en-IN" sz="4400" dirty="0"/>
              <a:t>18. </a:t>
            </a:r>
            <a:r>
              <a:rPr lang="en-US" sz="4400" dirty="0"/>
              <a:t>What is the total monthly payroll processed?</a:t>
            </a:r>
            <a:endParaRPr lang="en-IN" sz="4400" dirty="0"/>
          </a:p>
        </p:txBody>
      </p:sp>
      <p:pic>
        <p:nvPicPr>
          <p:cNvPr id="5" name="Content Placeholder 4">
            <a:extLst>
              <a:ext uri="{FF2B5EF4-FFF2-40B4-BE49-F238E27FC236}">
                <a16:creationId xmlns:a16="http://schemas.microsoft.com/office/drawing/2014/main" id="{E5AE5DFE-71D0-A20C-933E-B61068C7B23D}"/>
              </a:ext>
            </a:extLst>
          </p:cNvPr>
          <p:cNvPicPr>
            <a:picLocks noGrp="1" noChangeAspect="1"/>
          </p:cNvPicPr>
          <p:nvPr>
            <p:ph idx="1"/>
          </p:nvPr>
        </p:nvPicPr>
        <p:blipFill>
          <a:blip r:embed="rId2"/>
          <a:stretch>
            <a:fillRect/>
          </a:stretch>
        </p:blipFill>
        <p:spPr>
          <a:xfrm>
            <a:off x="2667000" y="3873584"/>
            <a:ext cx="5029200" cy="2539832"/>
          </a:xfrm>
          <a:prstGeom prst="rect">
            <a:avLst/>
          </a:prstGeom>
        </p:spPr>
      </p:pic>
      <p:pic>
        <p:nvPicPr>
          <p:cNvPr id="7" name="Picture 6">
            <a:extLst>
              <a:ext uri="{FF2B5EF4-FFF2-40B4-BE49-F238E27FC236}">
                <a16:creationId xmlns:a16="http://schemas.microsoft.com/office/drawing/2014/main" id="{A57F9581-1D1E-EC4D-BD62-FEB8891545CE}"/>
              </a:ext>
            </a:extLst>
          </p:cNvPr>
          <p:cNvPicPr>
            <a:picLocks noChangeAspect="1"/>
          </p:cNvPicPr>
          <p:nvPr/>
        </p:nvPicPr>
        <p:blipFill>
          <a:blip r:embed="rId3"/>
          <a:stretch>
            <a:fillRect/>
          </a:stretch>
        </p:blipFill>
        <p:spPr>
          <a:xfrm>
            <a:off x="8915400" y="6743700"/>
            <a:ext cx="4648200" cy="1828800"/>
          </a:xfrm>
          <a:prstGeom prst="rect">
            <a:avLst/>
          </a:prstGeom>
        </p:spPr>
      </p:pic>
      <p:pic>
        <p:nvPicPr>
          <p:cNvPr id="8" name="object 12">
            <a:extLst>
              <a:ext uri="{FF2B5EF4-FFF2-40B4-BE49-F238E27FC236}">
                <a16:creationId xmlns:a16="http://schemas.microsoft.com/office/drawing/2014/main" id="{69E21909-D0A4-4DA8-39D2-5C951BE8DC9E}"/>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11507925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068B1-C365-CAA9-36F5-67670144D878}"/>
              </a:ext>
            </a:extLst>
          </p:cNvPr>
          <p:cNvSpPr>
            <a:spLocks noGrp="1"/>
          </p:cNvSpPr>
          <p:nvPr>
            <p:ph type="title"/>
          </p:nvPr>
        </p:nvSpPr>
        <p:spPr/>
        <p:txBody>
          <a:bodyPr>
            <a:normAutofit/>
          </a:bodyPr>
          <a:lstStyle/>
          <a:p>
            <a:r>
              <a:rPr lang="en-IN" sz="4400" dirty="0"/>
              <a:t>19. </a:t>
            </a:r>
            <a:r>
              <a:rPr lang="en-US" sz="4400" dirty="0"/>
              <a:t>What is the average bonus given per department?</a:t>
            </a:r>
            <a:endParaRPr lang="en-IN" sz="4400" dirty="0"/>
          </a:p>
        </p:txBody>
      </p:sp>
      <p:pic>
        <p:nvPicPr>
          <p:cNvPr id="5" name="Content Placeholder 4">
            <a:extLst>
              <a:ext uri="{FF2B5EF4-FFF2-40B4-BE49-F238E27FC236}">
                <a16:creationId xmlns:a16="http://schemas.microsoft.com/office/drawing/2014/main" id="{CED7521E-F062-5FCD-F5E9-9C3C848698DF}"/>
              </a:ext>
            </a:extLst>
          </p:cNvPr>
          <p:cNvPicPr>
            <a:picLocks noGrp="1" noChangeAspect="1"/>
          </p:cNvPicPr>
          <p:nvPr>
            <p:ph idx="1"/>
          </p:nvPr>
        </p:nvPicPr>
        <p:blipFill>
          <a:blip r:embed="rId2"/>
          <a:stretch>
            <a:fillRect/>
          </a:stretch>
        </p:blipFill>
        <p:spPr>
          <a:xfrm>
            <a:off x="2971800" y="4083050"/>
            <a:ext cx="5029200" cy="3200400"/>
          </a:xfrm>
          <a:prstGeom prst="rect">
            <a:avLst/>
          </a:prstGeom>
        </p:spPr>
      </p:pic>
      <p:pic>
        <p:nvPicPr>
          <p:cNvPr id="8" name="object 12">
            <a:extLst>
              <a:ext uri="{FF2B5EF4-FFF2-40B4-BE49-F238E27FC236}">
                <a16:creationId xmlns:a16="http://schemas.microsoft.com/office/drawing/2014/main" id="{C77C7064-D071-7F5C-B2A2-10C759538356}"/>
              </a:ext>
            </a:extLst>
          </p:cNvPr>
          <p:cNvPicPr/>
          <p:nvPr/>
        </p:nvPicPr>
        <p:blipFill>
          <a:blip r:embed="rId3" cstate="print"/>
          <a:stretch>
            <a:fillRect/>
          </a:stretch>
        </p:blipFill>
        <p:spPr>
          <a:xfrm>
            <a:off x="0" y="9524"/>
            <a:ext cx="4514849" cy="809625"/>
          </a:xfrm>
          <a:prstGeom prst="rect">
            <a:avLst/>
          </a:prstGeom>
        </p:spPr>
      </p:pic>
      <p:pic>
        <p:nvPicPr>
          <p:cNvPr id="4" name="Picture 3">
            <a:extLst>
              <a:ext uri="{FF2B5EF4-FFF2-40B4-BE49-F238E27FC236}">
                <a16:creationId xmlns:a16="http://schemas.microsoft.com/office/drawing/2014/main" id="{832B6D42-73D4-B79D-22FA-B5272DD838BB}"/>
              </a:ext>
            </a:extLst>
          </p:cNvPr>
          <p:cNvPicPr>
            <a:picLocks noChangeAspect="1"/>
          </p:cNvPicPr>
          <p:nvPr/>
        </p:nvPicPr>
        <p:blipFill>
          <a:blip r:embed="rId4"/>
          <a:stretch>
            <a:fillRect/>
          </a:stretch>
        </p:blipFill>
        <p:spPr>
          <a:xfrm>
            <a:off x="10515600" y="6057900"/>
            <a:ext cx="4392561" cy="3048000"/>
          </a:xfrm>
          <a:prstGeom prst="rect">
            <a:avLst/>
          </a:prstGeom>
        </p:spPr>
      </p:pic>
    </p:spTree>
    <p:extLst>
      <p:ext uri="{BB962C8B-B14F-4D97-AF65-F5344CB8AC3E}">
        <p14:creationId xmlns:p14="http://schemas.microsoft.com/office/powerpoint/2010/main" val="29985655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54FD8-3F85-D1D7-45D9-E41AF6FCA81C}"/>
              </a:ext>
            </a:extLst>
          </p:cNvPr>
          <p:cNvSpPr>
            <a:spLocks noGrp="1"/>
          </p:cNvSpPr>
          <p:nvPr>
            <p:ph type="title"/>
          </p:nvPr>
        </p:nvSpPr>
        <p:spPr/>
        <p:txBody>
          <a:bodyPr>
            <a:normAutofit/>
          </a:bodyPr>
          <a:lstStyle/>
          <a:p>
            <a:r>
              <a:rPr lang="en-IN" sz="4400" dirty="0"/>
              <a:t>20. </a:t>
            </a:r>
            <a:r>
              <a:rPr lang="en-US" sz="4400" dirty="0"/>
              <a:t>Which department receives the highest total bonuses?</a:t>
            </a:r>
            <a:endParaRPr lang="en-IN" sz="4400" dirty="0"/>
          </a:p>
        </p:txBody>
      </p:sp>
      <p:pic>
        <p:nvPicPr>
          <p:cNvPr id="8" name="object 12">
            <a:extLst>
              <a:ext uri="{FF2B5EF4-FFF2-40B4-BE49-F238E27FC236}">
                <a16:creationId xmlns:a16="http://schemas.microsoft.com/office/drawing/2014/main" id="{07E4718E-3CDF-AA91-BF4F-86D32F0A15BF}"/>
              </a:ext>
            </a:extLst>
          </p:cNvPr>
          <p:cNvPicPr/>
          <p:nvPr/>
        </p:nvPicPr>
        <p:blipFill>
          <a:blip r:embed="rId2" cstate="print"/>
          <a:stretch>
            <a:fillRect/>
          </a:stretch>
        </p:blipFill>
        <p:spPr>
          <a:xfrm>
            <a:off x="0" y="9524"/>
            <a:ext cx="4514849" cy="809625"/>
          </a:xfrm>
          <a:prstGeom prst="rect">
            <a:avLst/>
          </a:prstGeom>
        </p:spPr>
      </p:pic>
      <p:pic>
        <p:nvPicPr>
          <p:cNvPr id="6" name="Picture 5">
            <a:extLst>
              <a:ext uri="{FF2B5EF4-FFF2-40B4-BE49-F238E27FC236}">
                <a16:creationId xmlns:a16="http://schemas.microsoft.com/office/drawing/2014/main" id="{4D7F7769-D0DF-19CA-CCE9-CE9BE37A743E}"/>
              </a:ext>
            </a:extLst>
          </p:cNvPr>
          <p:cNvPicPr>
            <a:picLocks noChangeAspect="1"/>
          </p:cNvPicPr>
          <p:nvPr/>
        </p:nvPicPr>
        <p:blipFill>
          <a:blip r:embed="rId3"/>
          <a:stretch>
            <a:fillRect/>
          </a:stretch>
        </p:blipFill>
        <p:spPr>
          <a:xfrm>
            <a:off x="11049000" y="6134100"/>
            <a:ext cx="4084449" cy="2438400"/>
          </a:xfrm>
          <a:prstGeom prst="rect">
            <a:avLst/>
          </a:prstGeom>
        </p:spPr>
      </p:pic>
      <p:pic>
        <p:nvPicPr>
          <p:cNvPr id="27" name="Content Placeholder 26">
            <a:extLst>
              <a:ext uri="{FF2B5EF4-FFF2-40B4-BE49-F238E27FC236}">
                <a16:creationId xmlns:a16="http://schemas.microsoft.com/office/drawing/2014/main" id="{90F0884C-0F32-E48B-1883-6A9792564A4B}"/>
              </a:ext>
            </a:extLst>
          </p:cNvPr>
          <p:cNvPicPr>
            <a:picLocks noGrp="1" noChangeAspect="1"/>
          </p:cNvPicPr>
          <p:nvPr>
            <p:ph idx="1"/>
          </p:nvPr>
        </p:nvPicPr>
        <p:blipFill>
          <a:blip r:embed="rId4"/>
          <a:stretch>
            <a:fillRect/>
          </a:stretch>
        </p:blipFill>
        <p:spPr>
          <a:xfrm>
            <a:off x="2438400" y="4047408"/>
            <a:ext cx="4953000" cy="2732531"/>
          </a:xfrm>
          <a:prstGeom prst="rect">
            <a:avLst/>
          </a:prstGeom>
        </p:spPr>
      </p:pic>
    </p:spTree>
    <p:extLst>
      <p:ext uri="{BB962C8B-B14F-4D97-AF65-F5344CB8AC3E}">
        <p14:creationId xmlns:p14="http://schemas.microsoft.com/office/powerpoint/2010/main" val="18389942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7861E-85BD-3686-4B0B-AB87EFBCE9C4}"/>
              </a:ext>
            </a:extLst>
          </p:cNvPr>
          <p:cNvSpPr>
            <a:spLocks noGrp="1"/>
          </p:cNvSpPr>
          <p:nvPr>
            <p:ph type="title"/>
          </p:nvPr>
        </p:nvSpPr>
        <p:spPr/>
        <p:txBody>
          <a:bodyPr>
            <a:normAutofit/>
          </a:bodyPr>
          <a:lstStyle/>
          <a:p>
            <a:r>
              <a:rPr lang="en-IN" sz="4400" dirty="0"/>
              <a:t>21. </a:t>
            </a:r>
            <a:r>
              <a:rPr lang="en-US" sz="4400" dirty="0"/>
              <a:t>What is the average value of total amount after considering leave deductions?</a:t>
            </a:r>
            <a:endParaRPr lang="en-IN" sz="4400" dirty="0"/>
          </a:p>
        </p:txBody>
      </p:sp>
      <p:pic>
        <p:nvPicPr>
          <p:cNvPr id="5" name="Content Placeholder 4">
            <a:extLst>
              <a:ext uri="{FF2B5EF4-FFF2-40B4-BE49-F238E27FC236}">
                <a16:creationId xmlns:a16="http://schemas.microsoft.com/office/drawing/2014/main" id="{EEABB01A-642F-3551-508E-6D9A87C3A3C5}"/>
              </a:ext>
            </a:extLst>
          </p:cNvPr>
          <p:cNvPicPr>
            <a:picLocks noGrp="1" noChangeAspect="1"/>
          </p:cNvPicPr>
          <p:nvPr>
            <p:ph idx="1"/>
          </p:nvPr>
        </p:nvPicPr>
        <p:blipFill>
          <a:blip r:embed="rId2"/>
          <a:stretch>
            <a:fillRect/>
          </a:stretch>
        </p:blipFill>
        <p:spPr>
          <a:xfrm>
            <a:off x="2286000" y="4076700"/>
            <a:ext cx="6553200" cy="2507006"/>
          </a:xfrm>
          <a:prstGeom prst="rect">
            <a:avLst/>
          </a:prstGeom>
        </p:spPr>
      </p:pic>
      <p:pic>
        <p:nvPicPr>
          <p:cNvPr id="7" name="Picture 6">
            <a:extLst>
              <a:ext uri="{FF2B5EF4-FFF2-40B4-BE49-F238E27FC236}">
                <a16:creationId xmlns:a16="http://schemas.microsoft.com/office/drawing/2014/main" id="{C5960536-C8CD-0E94-D6C1-BDB47D49F054}"/>
              </a:ext>
            </a:extLst>
          </p:cNvPr>
          <p:cNvPicPr>
            <a:picLocks noChangeAspect="1"/>
          </p:cNvPicPr>
          <p:nvPr/>
        </p:nvPicPr>
        <p:blipFill>
          <a:blip r:embed="rId3"/>
          <a:stretch>
            <a:fillRect/>
          </a:stretch>
        </p:blipFill>
        <p:spPr>
          <a:xfrm>
            <a:off x="9802761" y="6306795"/>
            <a:ext cx="6172200" cy="2507006"/>
          </a:xfrm>
          <a:prstGeom prst="rect">
            <a:avLst/>
          </a:prstGeom>
        </p:spPr>
      </p:pic>
      <p:pic>
        <p:nvPicPr>
          <p:cNvPr id="8" name="object 12">
            <a:extLst>
              <a:ext uri="{FF2B5EF4-FFF2-40B4-BE49-F238E27FC236}">
                <a16:creationId xmlns:a16="http://schemas.microsoft.com/office/drawing/2014/main" id="{29FEFCB5-1DB8-4C53-591A-38D2BE1F190C}"/>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38028189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0B96E-AEFD-9D4A-C6D1-168F5F693796}"/>
              </a:ext>
            </a:extLst>
          </p:cNvPr>
          <p:cNvSpPr>
            <a:spLocks noGrp="1"/>
          </p:cNvSpPr>
          <p:nvPr>
            <p:ph type="title" idx="4294967295"/>
          </p:nvPr>
        </p:nvSpPr>
        <p:spPr>
          <a:xfrm>
            <a:off x="5181600" y="2324100"/>
            <a:ext cx="6400800" cy="4953000"/>
          </a:xfrm>
        </p:spPr>
        <p:txBody>
          <a:bodyPr>
            <a:normAutofit/>
          </a:bodyPr>
          <a:lstStyle/>
          <a:p>
            <a:r>
              <a:rPr lang="en-IN" sz="9600" dirty="0"/>
              <a:t>Thank You </a:t>
            </a:r>
          </a:p>
        </p:txBody>
      </p:sp>
      <p:sp>
        <p:nvSpPr>
          <p:cNvPr id="3" name="Content Placeholder 2">
            <a:extLst>
              <a:ext uri="{FF2B5EF4-FFF2-40B4-BE49-F238E27FC236}">
                <a16:creationId xmlns:a16="http://schemas.microsoft.com/office/drawing/2014/main" id="{7613FDC9-A399-8473-BF7F-B75675EDDA93}"/>
              </a:ext>
            </a:extLst>
          </p:cNvPr>
          <p:cNvSpPr>
            <a:spLocks noGrp="1"/>
          </p:cNvSpPr>
          <p:nvPr>
            <p:ph idx="4294967295"/>
          </p:nvPr>
        </p:nvSpPr>
        <p:spPr>
          <a:xfrm flipH="1">
            <a:off x="12268200" y="5448300"/>
            <a:ext cx="4495800" cy="3581400"/>
          </a:xfrm>
        </p:spPr>
        <p:txBody>
          <a:bodyPr>
            <a:normAutofit/>
          </a:bodyPr>
          <a:lstStyle/>
          <a:p>
            <a:pPr marL="0" indent="0">
              <a:buNone/>
            </a:pPr>
            <a:r>
              <a:rPr lang="en-IN" b="1" dirty="0"/>
              <a:t>Team Members </a:t>
            </a:r>
          </a:p>
          <a:p>
            <a:pPr marL="742950" indent="-742950">
              <a:buClr>
                <a:schemeClr val="tx1"/>
              </a:buClr>
              <a:buFont typeface="+mj-lt"/>
              <a:buAutoNum type="arabicPeriod"/>
            </a:pPr>
            <a:r>
              <a:rPr lang="en-IN" b="1" dirty="0"/>
              <a:t>Saini Kavya</a:t>
            </a:r>
          </a:p>
          <a:p>
            <a:pPr marL="742950" indent="-742950">
              <a:buClr>
                <a:schemeClr val="tx1"/>
              </a:buClr>
              <a:buFont typeface="+mj-lt"/>
              <a:buAutoNum type="arabicPeriod"/>
            </a:pPr>
            <a:r>
              <a:rPr lang="en-IN" b="1" dirty="0"/>
              <a:t>N. Rajeshwar</a:t>
            </a:r>
          </a:p>
          <a:p>
            <a:pPr marL="742950" indent="-742950">
              <a:buClr>
                <a:schemeClr val="tx1"/>
              </a:buClr>
              <a:buFont typeface="+mj-lt"/>
              <a:buAutoNum type="arabicPeriod"/>
            </a:pPr>
            <a:r>
              <a:rPr lang="en-IN" b="1" dirty="0"/>
              <a:t>M. Venkat</a:t>
            </a:r>
          </a:p>
          <a:p>
            <a:endParaRPr lang="en-IN" dirty="0"/>
          </a:p>
        </p:txBody>
      </p:sp>
      <p:pic>
        <p:nvPicPr>
          <p:cNvPr id="4" name="object 12">
            <a:extLst>
              <a:ext uri="{FF2B5EF4-FFF2-40B4-BE49-F238E27FC236}">
                <a16:creationId xmlns:a16="http://schemas.microsoft.com/office/drawing/2014/main" id="{3E9FE630-76DE-850C-90F4-68D468A81112}"/>
              </a:ext>
            </a:extLst>
          </p:cNvPr>
          <p:cNvPicPr/>
          <p:nvPr/>
        </p:nvPicPr>
        <p:blipFill>
          <a:blip r:embed="rId2"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162441526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385</TotalTime>
  <Words>497</Words>
  <Application>Microsoft Office PowerPoint</Application>
  <PresentationFormat>Custom</PresentationFormat>
  <Paragraphs>48</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Garamond</vt:lpstr>
      <vt:lpstr>Times New Roman</vt:lpstr>
      <vt:lpstr>Organic</vt:lpstr>
      <vt:lpstr>Employee Management System </vt:lpstr>
      <vt:lpstr>EMPLOYEE MANAGEMENT SYSTEM </vt:lpstr>
      <vt:lpstr>Introduction </vt:lpstr>
      <vt:lpstr>Tables</vt:lpstr>
      <vt:lpstr>PowerPoint Presentation</vt:lpstr>
      <vt:lpstr>PowerPoint Presentation</vt:lpstr>
      <vt:lpstr>ER Diagram</vt:lpstr>
      <vt:lpstr>  Problem Statement </vt:lpstr>
      <vt:lpstr>1. How many unique employees are currently in the system?</vt:lpstr>
      <vt:lpstr>2. Which departments have the highest number of employees?</vt:lpstr>
      <vt:lpstr>3. What is the average salary per department?</vt:lpstr>
      <vt:lpstr>4. Who are the top 5 highest-paid employees?</vt:lpstr>
      <vt:lpstr>5. What is the total salary expenditure across the company?</vt:lpstr>
      <vt:lpstr>6. How many different job roles exist in each department?</vt:lpstr>
      <vt:lpstr>7. What is the average salary range per department?</vt:lpstr>
      <vt:lpstr>8. Which job roles offer the highest salary? </vt:lpstr>
      <vt:lpstr>9. Which departments have the highest total salary allocation?</vt:lpstr>
      <vt:lpstr>10. How many employees have at least one qualification listed?</vt:lpstr>
      <vt:lpstr>11. Which positions require the most qualifications?</vt:lpstr>
      <vt:lpstr>12. Which employees have the highest number of qualifications?</vt:lpstr>
      <vt:lpstr>13. Which year had the most employees taking leaves? </vt:lpstr>
      <vt:lpstr>14. What is the average number of leave days taken by its employees per department?</vt:lpstr>
      <vt:lpstr>15. Which employees have taken the most leaves?</vt:lpstr>
      <vt:lpstr>16. What is the total number of leave days taken company-wide?</vt:lpstr>
      <vt:lpstr>17. How do leave days correlate with payroll amounts?</vt:lpstr>
      <vt:lpstr>18. What is the total monthly payroll processed?</vt:lpstr>
      <vt:lpstr>19. What is the average bonus given per department?</vt:lpstr>
      <vt:lpstr>20. Which department receives the highest total bonuses?</vt:lpstr>
      <vt:lpstr>21. What is the average value of total amount after considering leave deductions?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KAVYA SAINI</dc:creator>
  <cp:lastModifiedBy>KAVYA SAINI</cp:lastModifiedBy>
  <cp:revision>6</cp:revision>
  <dcterms:created xsi:type="dcterms:W3CDTF">2026-02-02T07:47:37Z</dcterms:created>
  <dcterms:modified xsi:type="dcterms:W3CDTF">2026-02-09T09:51:39Z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2025-05-31T00:00:00Z</vt:filetime>
  </property>
  <property fmtid="{D5CDD505-2E9C-101B-9397-08002B2CF9AE}" pid="3" name="LastSaved">
    <vt:filetime>2026-02-02T00:00:00Z</vt:filetime>
  </property>
</Properties>
</file>